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 id="2147483650" r:id="rId2"/>
  </p:sldMasterIdLst>
  <p:notesMasterIdLst>
    <p:notesMasterId r:id="rId20"/>
  </p:notesMasterIdLst>
  <p:sldIdLst>
    <p:sldId id="256" r:id="rId3"/>
    <p:sldId id="333" r:id="rId4"/>
    <p:sldId id="331" r:id="rId5"/>
    <p:sldId id="285" r:id="rId6"/>
    <p:sldId id="336" r:id="rId7"/>
    <p:sldId id="339" r:id="rId8"/>
    <p:sldId id="273" r:id="rId9"/>
    <p:sldId id="334" r:id="rId10"/>
    <p:sldId id="335" r:id="rId11"/>
    <p:sldId id="278" r:id="rId12"/>
    <p:sldId id="338" r:id="rId13"/>
    <p:sldId id="283" r:id="rId14"/>
    <p:sldId id="321" r:id="rId15"/>
    <p:sldId id="277" r:id="rId16"/>
    <p:sldId id="328" r:id="rId17"/>
    <p:sldId id="307" r:id="rId18"/>
    <p:sldId id="332" r:id="rId19"/>
  </p:sldIdLst>
  <p:sldSz cx="9144000" cy="6858000" type="screen4x3"/>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h3YzdUvZQAF9XKmXRLBc71j2uS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4D7994-0920-48F5-9554-A4FB99455088}" v="16" dt="2026-10-07T16:27:22.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912" autoAdjust="0"/>
  </p:normalViewPr>
  <p:slideViewPr>
    <p:cSldViewPr snapToGrid="0">
      <p:cViewPr varScale="1">
        <p:scale>
          <a:sx n="51" d="100"/>
          <a:sy n="51" d="100"/>
        </p:scale>
        <p:origin x="1720"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59"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56"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shuijzen - Van Burken, Christine" userId="fb16d386-e247-4531-8bf2-04bbd8de8320" providerId="ADAL" clId="{3D6B205F-2D65-40BB-9E6E-A9BB6AA71EB4}"/>
    <pc:docChg chg="undo custSel addSld delSld modSld sldOrd">
      <pc:chgData name="Boshuijzen - Van Burken, Christine" userId="fb16d386-e247-4531-8bf2-04bbd8de8320" providerId="ADAL" clId="{3D6B205F-2D65-40BB-9E6E-A9BB6AA71EB4}" dt="2026-10-08T01:01:30.189" v="5647" actId="20577"/>
      <pc:docMkLst>
        <pc:docMk/>
      </pc:docMkLst>
      <pc:sldChg chg="modSp mod">
        <pc:chgData name="Boshuijzen - Van Burken, Christine" userId="fb16d386-e247-4531-8bf2-04bbd8de8320" providerId="ADAL" clId="{3D6B205F-2D65-40BB-9E6E-A9BB6AA71EB4}" dt="2026-10-07T13:35:04.391" v="1969" actId="20577"/>
        <pc:sldMkLst>
          <pc:docMk/>
          <pc:sldMk cId="0" sldId="256"/>
        </pc:sldMkLst>
        <pc:spChg chg="mod">
          <ac:chgData name="Boshuijzen - Van Burken, Christine" userId="fb16d386-e247-4531-8bf2-04bbd8de8320" providerId="ADAL" clId="{3D6B205F-2D65-40BB-9E6E-A9BB6AA71EB4}" dt="2026-10-07T13:35:04.391" v="1969" actId="20577"/>
          <ac:spMkLst>
            <pc:docMk/>
            <pc:sldMk cId="0" sldId="256"/>
            <ac:spMk id="338" creationId="{00000000-0000-0000-0000-000000000000}"/>
          </ac:spMkLst>
        </pc:spChg>
      </pc:sldChg>
      <pc:sldChg chg="del">
        <pc:chgData name="Boshuijzen - Van Burken, Christine" userId="fb16d386-e247-4531-8bf2-04bbd8de8320" providerId="ADAL" clId="{3D6B205F-2D65-40BB-9E6E-A9BB6AA71EB4}" dt="2026-10-07T10:06:59.952" v="27" actId="47"/>
        <pc:sldMkLst>
          <pc:docMk/>
          <pc:sldMk cId="0" sldId="263"/>
        </pc:sldMkLst>
      </pc:sldChg>
      <pc:sldChg chg="del">
        <pc:chgData name="Boshuijzen - Van Burken, Christine" userId="fb16d386-e247-4531-8bf2-04bbd8de8320" providerId="ADAL" clId="{3D6B205F-2D65-40BB-9E6E-A9BB6AA71EB4}" dt="2026-10-07T10:07:02.763" v="28" actId="47"/>
        <pc:sldMkLst>
          <pc:docMk/>
          <pc:sldMk cId="0" sldId="265"/>
        </pc:sldMkLst>
      </pc:sldChg>
      <pc:sldChg chg="addSp modSp mod modAnim">
        <pc:chgData name="Boshuijzen - Van Burken, Christine" userId="fb16d386-e247-4531-8bf2-04bbd8de8320" providerId="ADAL" clId="{3D6B205F-2D65-40BB-9E6E-A9BB6AA71EB4}" dt="2026-10-07T16:03:54.139" v="4053"/>
        <pc:sldMkLst>
          <pc:docMk/>
          <pc:sldMk cId="3550605355" sldId="273"/>
        </pc:sldMkLst>
        <pc:spChg chg="add mod">
          <ac:chgData name="Boshuijzen - Van Burken, Christine" userId="fb16d386-e247-4531-8bf2-04bbd8de8320" providerId="ADAL" clId="{3D6B205F-2D65-40BB-9E6E-A9BB6AA71EB4}" dt="2026-10-07T16:03:09.601" v="4032" actId="14100"/>
          <ac:spMkLst>
            <pc:docMk/>
            <pc:sldMk cId="3550605355" sldId="273"/>
            <ac:spMk id="2" creationId="{3C8C17BA-1D21-3B81-D58A-A9EB84ED3E7B}"/>
          </ac:spMkLst>
        </pc:spChg>
        <pc:spChg chg="mod">
          <ac:chgData name="Boshuijzen - Van Burken, Christine" userId="fb16d386-e247-4531-8bf2-04bbd8de8320" providerId="ADAL" clId="{3D6B205F-2D65-40BB-9E6E-A9BB6AA71EB4}" dt="2026-10-07T16:01:32.591" v="4021" actId="1076"/>
          <ac:spMkLst>
            <pc:docMk/>
            <pc:sldMk cId="3550605355" sldId="273"/>
            <ac:spMk id="4" creationId="{D51DEA63-BDC2-F067-5995-43CBB95641FB}"/>
          </ac:spMkLst>
        </pc:spChg>
        <pc:spChg chg="mod">
          <ac:chgData name="Boshuijzen - Van Burken, Christine" userId="fb16d386-e247-4531-8bf2-04bbd8de8320" providerId="ADAL" clId="{3D6B205F-2D65-40BB-9E6E-A9BB6AA71EB4}" dt="2026-10-07T16:01:49.651" v="4023" actId="20577"/>
          <ac:spMkLst>
            <pc:docMk/>
            <pc:sldMk cId="3550605355" sldId="273"/>
            <ac:spMk id="6" creationId="{F33CA9B1-D86D-5957-7D11-6625A6040E4C}"/>
          </ac:spMkLst>
        </pc:spChg>
        <pc:spChg chg="mod">
          <ac:chgData name="Boshuijzen - Van Burken, Christine" userId="fb16d386-e247-4531-8bf2-04bbd8de8320" providerId="ADAL" clId="{3D6B205F-2D65-40BB-9E6E-A9BB6AA71EB4}" dt="2026-10-07T16:03:37.472" v="4052" actId="20577"/>
          <ac:spMkLst>
            <pc:docMk/>
            <pc:sldMk cId="3550605355" sldId="273"/>
            <ac:spMk id="8" creationId="{304D36F1-B4A8-1C5A-4D5B-7CA3719EA392}"/>
          </ac:spMkLst>
        </pc:spChg>
        <pc:picChg chg="mod">
          <ac:chgData name="Boshuijzen - Van Burken, Christine" userId="fb16d386-e247-4531-8bf2-04bbd8de8320" providerId="ADAL" clId="{3D6B205F-2D65-40BB-9E6E-A9BB6AA71EB4}" dt="2026-10-07T16:01:26.490" v="4020" actId="1076"/>
          <ac:picMkLst>
            <pc:docMk/>
            <pc:sldMk cId="3550605355" sldId="273"/>
            <ac:picMk id="7" creationId="{9F57CE1B-EC65-D515-1410-90B50B7AC384}"/>
          </ac:picMkLst>
        </pc:picChg>
      </pc:sldChg>
      <pc:sldChg chg="modSp del mod">
        <pc:chgData name="Boshuijzen - Van Burken, Christine" userId="fb16d386-e247-4531-8bf2-04bbd8de8320" providerId="ADAL" clId="{3D6B205F-2D65-40BB-9E6E-A9BB6AA71EB4}" dt="2026-10-07T13:53:42.666" v="2476" actId="47"/>
        <pc:sldMkLst>
          <pc:docMk/>
          <pc:sldMk cId="0" sldId="275"/>
        </pc:sldMkLst>
        <pc:spChg chg="mod">
          <ac:chgData name="Boshuijzen - Van Burken, Christine" userId="fb16d386-e247-4531-8bf2-04bbd8de8320" providerId="ADAL" clId="{3D6B205F-2D65-40BB-9E6E-A9BB6AA71EB4}" dt="2026-10-07T10:07:26.681" v="29" actId="20577"/>
          <ac:spMkLst>
            <pc:docMk/>
            <pc:sldMk cId="0" sldId="275"/>
            <ac:spMk id="3" creationId="{86744736-F775-D28D-782D-0A4EA173C2C7}"/>
          </ac:spMkLst>
        </pc:spChg>
        <pc:spChg chg="mod">
          <ac:chgData name="Boshuijzen - Van Burken, Christine" userId="fb16d386-e247-4531-8bf2-04bbd8de8320" providerId="ADAL" clId="{3D6B205F-2D65-40BB-9E6E-A9BB6AA71EB4}" dt="2026-10-07T13:33:43.990" v="1941" actId="20577"/>
          <ac:spMkLst>
            <pc:docMk/>
            <pc:sldMk cId="0" sldId="275"/>
            <ac:spMk id="5" creationId="{03E5C7AE-3EA0-911C-C0C8-65C4D6B7E39C}"/>
          </ac:spMkLst>
        </pc:spChg>
      </pc:sldChg>
      <pc:sldChg chg="addSp modSp mod">
        <pc:chgData name="Boshuijzen - Van Burken, Christine" userId="fb16d386-e247-4531-8bf2-04bbd8de8320" providerId="ADAL" clId="{3D6B205F-2D65-40BB-9E6E-A9BB6AA71EB4}" dt="2026-10-07T16:05:45.237" v="4078" actId="1076"/>
        <pc:sldMkLst>
          <pc:docMk/>
          <pc:sldMk cId="134178299" sldId="278"/>
        </pc:sldMkLst>
        <pc:spChg chg="add mod">
          <ac:chgData name="Boshuijzen - Van Burken, Christine" userId="fb16d386-e247-4531-8bf2-04bbd8de8320" providerId="ADAL" clId="{3D6B205F-2D65-40BB-9E6E-A9BB6AA71EB4}" dt="2026-10-07T16:05:26.936" v="4077" actId="6549"/>
          <ac:spMkLst>
            <pc:docMk/>
            <pc:sldMk cId="134178299" sldId="278"/>
            <ac:spMk id="2" creationId="{4EA72151-9902-4997-AA51-3A11FC581410}"/>
          </ac:spMkLst>
        </pc:spChg>
        <pc:spChg chg="add mod">
          <ac:chgData name="Boshuijzen - Van Burken, Christine" userId="fb16d386-e247-4531-8bf2-04bbd8de8320" providerId="ADAL" clId="{3D6B205F-2D65-40BB-9E6E-A9BB6AA71EB4}" dt="2026-10-07T14:05:23.769" v="3199" actId="1076"/>
          <ac:spMkLst>
            <pc:docMk/>
            <pc:sldMk cId="134178299" sldId="278"/>
            <ac:spMk id="3" creationId="{73585970-2A23-EB46-7191-7FF2E195E8B2}"/>
          </ac:spMkLst>
        </pc:spChg>
        <pc:spChg chg="add mod">
          <ac:chgData name="Boshuijzen - Van Burken, Christine" userId="fb16d386-e247-4531-8bf2-04bbd8de8320" providerId="ADAL" clId="{3D6B205F-2D65-40BB-9E6E-A9BB6AA71EB4}" dt="2026-10-07T16:05:45.237" v="4078" actId="1076"/>
          <ac:spMkLst>
            <pc:docMk/>
            <pc:sldMk cId="134178299" sldId="278"/>
            <ac:spMk id="4" creationId="{41830ABF-3539-F412-B030-07C588BCAD6D}"/>
          </ac:spMkLst>
        </pc:spChg>
        <pc:spChg chg="mod">
          <ac:chgData name="Boshuijzen - Van Burken, Christine" userId="fb16d386-e247-4531-8bf2-04bbd8de8320" providerId="ADAL" clId="{3D6B205F-2D65-40BB-9E6E-A9BB6AA71EB4}" dt="2026-10-07T14:00:34.250" v="2900" actId="1076"/>
          <ac:spMkLst>
            <pc:docMk/>
            <pc:sldMk cId="134178299" sldId="278"/>
            <ac:spMk id="8" creationId="{649EF0D9-A9CB-3C3F-D5AC-E150AA5C7967}"/>
          </ac:spMkLst>
        </pc:spChg>
        <pc:spChg chg="mod">
          <ac:chgData name="Boshuijzen - Van Burken, Christine" userId="fb16d386-e247-4531-8bf2-04bbd8de8320" providerId="ADAL" clId="{3D6B205F-2D65-40BB-9E6E-A9BB6AA71EB4}" dt="2026-10-07T14:05:13.945" v="3198" actId="1076"/>
          <ac:spMkLst>
            <pc:docMk/>
            <pc:sldMk cId="134178299" sldId="278"/>
            <ac:spMk id="9" creationId="{0F915DB6-598E-1A12-C1D2-B7411FC5FDD6}"/>
          </ac:spMkLst>
        </pc:spChg>
        <pc:spChg chg="add mod">
          <ac:chgData name="Boshuijzen - Van Burken, Christine" userId="fb16d386-e247-4531-8bf2-04bbd8de8320" providerId="ADAL" clId="{3D6B205F-2D65-40BB-9E6E-A9BB6AA71EB4}" dt="2026-10-07T14:05:38.371" v="3200" actId="207"/>
          <ac:spMkLst>
            <pc:docMk/>
            <pc:sldMk cId="134178299" sldId="278"/>
            <ac:spMk id="10" creationId="{F5B90CC1-7865-6401-324C-8D48AA21D927}"/>
          </ac:spMkLst>
        </pc:spChg>
      </pc:sldChg>
      <pc:sldChg chg="modSp mod">
        <pc:chgData name="Boshuijzen - Van Burken, Christine" userId="fb16d386-e247-4531-8bf2-04bbd8de8320" providerId="ADAL" clId="{3D6B205F-2D65-40BB-9E6E-A9BB6AA71EB4}" dt="2026-10-07T16:41:33.553" v="5529" actId="20577"/>
        <pc:sldMkLst>
          <pc:docMk/>
          <pc:sldMk cId="3093504820" sldId="283"/>
        </pc:sldMkLst>
        <pc:spChg chg="mod">
          <ac:chgData name="Boshuijzen - Van Burken, Christine" userId="fb16d386-e247-4531-8bf2-04bbd8de8320" providerId="ADAL" clId="{3D6B205F-2D65-40BB-9E6E-A9BB6AA71EB4}" dt="2026-10-07T16:31:02.392" v="4657" actId="20577"/>
          <ac:spMkLst>
            <pc:docMk/>
            <pc:sldMk cId="3093504820" sldId="283"/>
            <ac:spMk id="2" creationId="{402136C9-47E8-9C7C-24A9-8ECB9BBB7F06}"/>
          </ac:spMkLst>
        </pc:spChg>
        <pc:spChg chg="mod">
          <ac:chgData name="Boshuijzen - Van Burken, Christine" userId="fb16d386-e247-4531-8bf2-04bbd8de8320" providerId="ADAL" clId="{3D6B205F-2D65-40BB-9E6E-A9BB6AA71EB4}" dt="2026-10-07T16:41:33.553" v="5529" actId="20577"/>
          <ac:spMkLst>
            <pc:docMk/>
            <pc:sldMk cId="3093504820" sldId="283"/>
            <ac:spMk id="4" creationId="{8722AB96-06D6-F6F8-50C0-BC0DDEBAE57D}"/>
          </ac:spMkLst>
        </pc:spChg>
      </pc:sldChg>
      <pc:sldChg chg="addSp delSp modSp mod ord">
        <pc:chgData name="Boshuijzen - Van Burken, Christine" userId="fb16d386-e247-4531-8bf2-04bbd8de8320" providerId="ADAL" clId="{3D6B205F-2D65-40BB-9E6E-A9BB6AA71EB4}" dt="2026-10-07T15:32:23.574" v="3368" actId="478"/>
        <pc:sldMkLst>
          <pc:docMk/>
          <pc:sldMk cId="1825945709" sldId="285"/>
        </pc:sldMkLst>
        <pc:spChg chg="mod">
          <ac:chgData name="Boshuijzen - Van Burken, Christine" userId="fb16d386-e247-4531-8bf2-04bbd8de8320" providerId="ADAL" clId="{3D6B205F-2D65-40BB-9E6E-A9BB6AA71EB4}" dt="2026-10-07T11:26:19.970" v="849" actId="14100"/>
          <ac:spMkLst>
            <pc:docMk/>
            <pc:sldMk cId="1825945709" sldId="285"/>
            <ac:spMk id="2" creationId="{145632AB-60FC-8683-4462-CE9C5FC8C3E6}"/>
          </ac:spMkLst>
        </pc:spChg>
        <pc:spChg chg="add del mod">
          <ac:chgData name="Boshuijzen - Van Burken, Christine" userId="fb16d386-e247-4531-8bf2-04bbd8de8320" providerId="ADAL" clId="{3D6B205F-2D65-40BB-9E6E-A9BB6AA71EB4}" dt="2026-10-07T15:32:23.574" v="3368" actId="478"/>
          <ac:spMkLst>
            <pc:docMk/>
            <pc:sldMk cId="1825945709" sldId="285"/>
            <ac:spMk id="5" creationId="{480F7C07-0E1F-7874-ECF8-09085A0B0BD8}"/>
          </ac:spMkLst>
        </pc:spChg>
        <pc:spChg chg="del">
          <ac:chgData name="Boshuijzen - Van Burken, Christine" userId="fb16d386-e247-4531-8bf2-04bbd8de8320" providerId="ADAL" clId="{3D6B205F-2D65-40BB-9E6E-A9BB6AA71EB4}" dt="2026-10-07T11:35:30.268" v="1259" actId="478"/>
          <ac:spMkLst>
            <pc:docMk/>
            <pc:sldMk cId="1825945709" sldId="285"/>
            <ac:spMk id="9" creationId="{3D94D0AC-87AB-B594-5948-FE0599B6DFB7}"/>
          </ac:spMkLst>
        </pc:spChg>
        <pc:spChg chg="del">
          <ac:chgData name="Boshuijzen - Van Burken, Christine" userId="fb16d386-e247-4531-8bf2-04bbd8de8320" providerId="ADAL" clId="{3D6B205F-2D65-40BB-9E6E-A9BB6AA71EB4}" dt="2026-10-07T10:11:37.485" v="120" actId="478"/>
          <ac:spMkLst>
            <pc:docMk/>
            <pc:sldMk cId="1825945709" sldId="285"/>
            <ac:spMk id="10" creationId="{EE95F0D2-A32E-3618-F19E-8B50045977BC}"/>
          </ac:spMkLst>
        </pc:spChg>
        <pc:picChg chg="mod">
          <ac:chgData name="Boshuijzen - Van Burken, Christine" userId="fb16d386-e247-4531-8bf2-04bbd8de8320" providerId="ADAL" clId="{3D6B205F-2D65-40BB-9E6E-A9BB6AA71EB4}" dt="2026-10-07T11:25:57.383" v="803" actId="1076"/>
          <ac:picMkLst>
            <pc:docMk/>
            <pc:sldMk cId="1825945709" sldId="285"/>
            <ac:picMk id="4" creationId="{FC42049D-000A-67C0-190E-3395853FBE77}"/>
          </ac:picMkLst>
        </pc:picChg>
        <pc:cxnChg chg="del">
          <ac:chgData name="Boshuijzen - Van Burken, Christine" userId="fb16d386-e247-4531-8bf2-04bbd8de8320" providerId="ADAL" clId="{3D6B205F-2D65-40BB-9E6E-A9BB6AA71EB4}" dt="2026-10-07T11:35:27.606" v="1258" actId="478"/>
          <ac:cxnSpMkLst>
            <pc:docMk/>
            <pc:sldMk cId="1825945709" sldId="285"/>
            <ac:cxnSpMk id="7" creationId="{F648E736-4859-8AD6-0E7A-BD5B6C3A82B4}"/>
          </ac:cxnSpMkLst>
        </pc:cxnChg>
      </pc:sldChg>
      <pc:sldChg chg="modSp mod ord">
        <pc:chgData name="Boshuijzen - Van Burken, Christine" userId="fb16d386-e247-4531-8bf2-04bbd8de8320" providerId="ADAL" clId="{3D6B205F-2D65-40BB-9E6E-A9BB6AA71EB4}" dt="2026-10-07T15:43:46.911" v="3397"/>
        <pc:sldMkLst>
          <pc:docMk/>
          <pc:sldMk cId="3104482140" sldId="307"/>
        </pc:sldMkLst>
        <pc:spChg chg="mod">
          <ac:chgData name="Boshuijzen - Van Burken, Christine" userId="fb16d386-e247-4531-8bf2-04bbd8de8320" providerId="ADAL" clId="{3D6B205F-2D65-40BB-9E6E-A9BB6AA71EB4}" dt="2026-10-07T15:43:04.333" v="3394" actId="20577"/>
          <ac:spMkLst>
            <pc:docMk/>
            <pc:sldMk cId="3104482140" sldId="307"/>
            <ac:spMk id="2" creationId="{067B7C83-37E6-C4FE-F1C6-CEF4E4F1F39A}"/>
          </ac:spMkLst>
        </pc:spChg>
      </pc:sldChg>
      <pc:sldChg chg="delSp modSp mod">
        <pc:chgData name="Boshuijzen - Van Burken, Christine" userId="fb16d386-e247-4531-8bf2-04bbd8de8320" providerId="ADAL" clId="{3D6B205F-2D65-40BB-9E6E-A9BB6AA71EB4}" dt="2026-10-07T16:42:05.606" v="5543" actId="122"/>
        <pc:sldMkLst>
          <pc:docMk/>
          <pc:sldMk cId="1955802632" sldId="321"/>
        </pc:sldMkLst>
        <pc:spChg chg="mod">
          <ac:chgData name="Boshuijzen - Van Burken, Christine" userId="fb16d386-e247-4531-8bf2-04bbd8de8320" providerId="ADAL" clId="{3D6B205F-2D65-40BB-9E6E-A9BB6AA71EB4}" dt="2026-10-07T16:42:05.606" v="5543" actId="122"/>
          <ac:spMkLst>
            <pc:docMk/>
            <pc:sldMk cId="1955802632" sldId="321"/>
            <ac:spMk id="2" creationId="{94347102-289B-30B8-31BC-55D1E6941E21}"/>
          </ac:spMkLst>
        </pc:spChg>
        <pc:spChg chg="del">
          <ac:chgData name="Boshuijzen - Van Burken, Christine" userId="fb16d386-e247-4531-8bf2-04bbd8de8320" providerId="ADAL" clId="{3D6B205F-2D65-40BB-9E6E-A9BB6AA71EB4}" dt="2026-10-07T16:26:00.040" v="4480" actId="478"/>
          <ac:spMkLst>
            <pc:docMk/>
            <pc:sldMk cId="1955802632" sldId="321"/>
            <ac:spMk id="3" creationId="{85B54F4C-D1DE-DC54-2F62-8FE3A2918F12}"/>
          </ac:spMkLst>
        </pc:spChg>
      </pc:sldChg>
      <pc:sldChg chg="addSp delSp modSp add del mod ord modAnim">
        <pc:chgData name="Boshuijzen - Van Burken, Christine" userId="fb16d386-e247-4531-8bf2-04bbd8de8320" providerId="ADAL" clId="{3D6B205F-2D65-40BB-9E6E-A9BB6AA71EB4}" dt="2026-10-07T16:26:18.421" v="4482" actId="478"/>
        <pc:sldMkLst>
          <pc:docMk/>
          <pc:sldMk cId="715966609" sldId="331"/>
        </pc:sldMkLst>
        <pc:spChg chg="mod">
          <ac:chgData name="Boshuijzen - Van Burken, Christine" userId="fb16d386-e247-4531-8bf2-04bbd8de8320" providerId="ADAL" clId="{3D6B205F-2D65-40BB-9E6E-A9BB6AA71EB4}" dt="2026-10-07T15:34:38.490" v="3378" actId="20577"/>
          <ac:spMkLst>
            <pc:docMk/>
            <pc:sldMk cId="715966609" sldId="331"/>
            <ac:spMk id="2" creationId="{F7DA30BA-3102-0CE7-9C40-483542B24F03}"/>
          </ac:spMkLst>
        </pc:spChg>
        <pc:spChg chg="mod">
          <ac:chgData name="Boshuijzen - Van Burken, Christine" userId="fb16d386-e247-4531-8bf2-04bbd8de8320" providerId="ADAL" clId="{3D6B205F-2D65-40BB-9E6E-A9BB6AA71EB4}" dt="2026-10-07T15:56:56.486" v="3884" actId="20577"/>
          <ac:spMkLst>
            <pc:docMk/>
            <pc:sldMk cId="715966609" sldId="331"/>
            <ac:spMk id="3" creationId="{8C72CAD2-B126-523D-98D7-F63A2C0301D4}"/>
          </ac:spMkLst>
        </pc:spChg>
        <pc:spChg chg="del">
          <ac:chgData name="Boshuijzen - Van Burken, Christine" userId="fb16d386-e247-4531-8bf2-04bbd8de8320" providerId="ADAL" clId="{3D6B205F-2D65-40BB-9E6E-A9BB6AA71EB4}" dt="2026-10-07T16:26:18.421" v="4482" actId="478"/>
          <ac:spMkLst>
            <pc:docMk/>
            <pc:sldMk cId="715966609" sldId="331"/>
            <ac:spMk id="4" creationId="{A43413A2-C273-6934-7477-2F0ED188C3B7}"/>
          </ac:spMkLst>
        </pc:spChg>
        <pc:spChg chg="add mod">
          <ac:chgData name="Boshuijzen - Van Burken, Christine" userId="fb16d386-e247-4531-8bf2-04bbd8de8320" providerId="ADAL" clId="{3D6B205F-2D65-40BB-9E6E-A9BB6AA71EB4}" dt="2026-10-07T15:56:41.553" v="3882" actId="14100"/>
          <ac:spMkLst>
            <pc:docMk/>
            <pc:sldMk cId="715966609" sldId="331"/>
            <ac:spMk id="5" creationId="{E48589FF-3FB1-0039-A449-8EE2F13FB01C}"/>
          </ac:spMkLst>
        </pc:spChg>
      </pc:sldChg>
      <pc:sldChg chg="modSp mod ord modShow">
        <pc:chgData name="Boshuijzen - Van Burken, Christine" userId="fb16d386-e247-4531-8bf2-04bbd8de8320" providerId="ADAL" clId="{3D6B205F-2D65-40BB-9E6E-A9BB6AA71EB4}" dt="2026-10-07T13:54:25.365" v="2480"/>
        <pc:sldMkLst>
          <pc:docMk/>
          <pc:sldMk cId="190027710" sldId="332"/>
        </pc:sldMkLst>
        <pc:spChg chg="mod">
          <ac:chgData name="Boshuijzen - Van Burken, Christine" userId="fb16d386-e247-4531-8bf2-04bbd8de8320" providerId="ADAL" clId="{3D6B205F-2D65-40BB-9E6E-A9BB6AA71EB4}" dt="2026-10-07T10:14:29.913" v="246" actId="20577"/>
          <ac:spMkLst>
            <pc:docMk/>
            <pc:sldMk cId="190027710" sldId="332"/>
            <ac:spMk id="3" creationId="{B7358CE2-27AD-E2AA-B2DB-AE8A4E4A3187}"/>
          </ac:spMkLst>
        </pc:spChg>
      </pc:sldChg>
      <pc:sldChg chg="delSp modSp mod ord">
        <pc:chgData name="Boshuijzen - Van Burken, Christine" userId="fb16d386-e247-4531-8bf2-04bbd8de8320" providerId="ADAL" clId="{3D6B205F-2D65-40BB-9E6E-A9BB6AA71EB4}" dt="2026-10-07T16:26:13.271" v="4481" actId="478"/>
        <pc:sldMkLst>
          <pc:docMk/>
          <pc:sldMk cId="3576924228" sldId="333"/>
        </pc:sldMkLst>
        <pc:spChg chg="mod">
          <ac:chgData name="Boshuijzen - Van Burken, Christine" userId="fb16d386-e247-4531-8bf2-04bbd8de8320" providerId="ADAL" clId="{3D6B205F-2D65-40BB-9E6E-A9BB6AA71EB4}" dt="2026-10-07T16:14:28.240" v="4292" actId="255"/>
          <ac:spMkLst>
            <pc:docMk/>
            <pc:sldMk cId="3576924228" sldId="333"/>
            <ac:spMk id="3" creationId="{40F28D90-7269-5DA8-9C1C-4628987CEE27}"/>
          </ac:spMkLst>
        </pc:spChg>
        <pc:spChg chg="del">
          <ac:chgData name="Boshuijzen - Van Burken, Christine" userId="fb16d386-e247-4531-8bf2-04bbd8de8320" providerId="ADAL" clId="{3D6B205F-2D65-40BB-9E6E-A9BB6AA71EB4}" dt="2026-10-07T16:26:13.271" v="4481" actId="478"/>
          <ac:spMkLst>
            <pc:docMk/>
            <pc:sldMk cId="3576924228" sldId="333"/>
            <ac:spMk id="4" creationId="{6B673CC5-1A79-B668-6FCF-6028A7089C9A}"/>
          </ac:spMkLst>
        </pc:spChg>
      </pc:sldChg>
      <pc:sldChg chg="delSp modSp mod">
        <pc:chgData name="Boshuijzen - Van Burken, Christine" userId="fb16d386-e247-4531-8bf2-04bbd8de8320" providerId="ADAL" clId="{3D6B205F-2D65-40BB-9E6E-A9BB6AA71EB4}" dt="2026-10-07T16:26:30.675" v="4484" actId="478"/>
        <pc:sldMkLst>
          <pc:docMk/>
          <pc:sldMk cId="3436053811" sldId="334"/>
        </pc:sldMkLst>
        <pc:spChg chg="del mod">
          <ac:chgData name="Boshuijzen - Van Burken, Christine" userId="fb16d386-e247-4531-8bf2-04bbd8de8320" providerId="ADAL" clId="{3D6B205F-2D65-40BB-9E6E-A9BB6AA71EB4}" dt="2026-10-07T16:26:30.675" v="4484" actId="478"/>
          <ac:spMkLst>
            <pc:docMk/>
            <pc:sldMk cId="3436053811" sldId="334"/>
            <ac:spMk id="5" creationId="{090162ED-354E-E3F8-7A73-A86A69E8A3B4}"/>
          </ac:spMkLst>
        </pc:spChg>
        <pc:spChg chg="mod">
          <ac:chgData name="Boshuijzen - Van Burken, Christine" userId="fb16d386-e247-4531-8bf2-04bbd8de8320" providerId="ADAL" clId="{3D6B205F-2D65-40BB-9E6E-A9BB6AA71EB4}" dt="2026-10-07T16:17:35.063" v="4336" actId="2711"/>
          <ac:spMkLst>
            <pc:docMk/>
            <pc:sldMk cId="3436053811" sldId="334"/>
            <ac:spMk id="13" creationId="{E5DEB016-18C2-1446-62C5-77E9AD7C1E3D}"/>
          </ac:spMkLst>
        </pc:spChg>
        <pc:spChg chg="mod">
          <ac:chgData name="Boshuijzen - Van Burken, Christine" userId="fb16d386-e247-4531-8bf2-04bbd8de8320" providerId="ADAL" clId="{3D6B205F-2D65-40BB-9E6E-A9BB6AA71EB4}" dt="2026-10-07T16:17:50.458" v="4337" actId="255"/>
          <ac:spMkLst>
            <pc:docMk/>
            <pc:sldMk cId="3436053811" sldId="334"/>
            <ac:spMk id="14" creationId="{8832427C-7A39-1359-7274-32419A3BC023}"/>
          </ac:spMkLst>
        </pc:spChg>
      </pc:sldChg>
      <pc:sldChg chg="delSp modSp mod">
        <pc:chgData name="Boshuijzen - Van Burken, Christine" userId="fb16d386-e247-4531-8bf2-04bbd8de8320" providerId="ADAL" clId="{3D6B205F-2D65-40BB-9E6E-A9BB6AA71EB4}" dt="2026-10-07T16:26:36.400" v="4485" actId="478"/>
        <pc:sldMkLst>
          <pc:docMk/>
          <pc:sldMk cId="3891627911" sldId="335"/>
        </pc:sldMkLst>
        <pc:spChg chg="mod">
          <ac:chgData name="Boshuijzen - Van Burken, Christine" userId="fb16d386-e247-4531-8bf2-04bbd8de8320" providerId="ADAL" clId="{3D6B205F-2D65-40BB-9E6E-A9BB6AA71EB4}" dt="2026-10-07T16:05:00.388" v="4070" actId="20577"/>
          <ac:spMkLst>
            <pc:docMk/>
            <pc:sldMk cId="3891627911" sldId="335"/>
            <ac:spMk id="2" creationId="{10CE6FFA-49AE-A8EF-9DC5-4970F1E45F22}"/>
          </ac:spMkLst>
        </pc:spChg>
        <pc:spChg chg="del">
          <ac:chgData name="Boshuijzen - Van Burken, Christine" userId="fb16d386-e247-4531-8bf2-04bbd8de8320" providerId="ADAL" clId="{3D6B205F-2D65-40BB-9E6E-A9BB6AA71EB4}" dt="2026-10-07T16:26:36.400" v="4485" actId="478"/>
          <ac:spMkLst>
            <pc:docMk/>
            <pc:sldMk cId="3891627911" sldId="335"/>
            <ac:spMk id="3" creationId="{EEE8F7D0-66D8-8FFD-856A-0ADE7197CAA2}"/>
          </ac:spMkLst>
        </pc:spChg>
      </pc:sldChg>
      <pc:sldChg chg="addSp delSp modSp mod ord">
        <pc:chgData name="Boshuijzen - Van Burken, Christine" userId="fb16d386-e247-4531-8bf2-04bbd8de8320" providerId="ADAL" clId="{3D6B205F-2D65-40BB-9E6E-A9BB6AA71EB4}" dt="2026-10-07T16:14:39.825" v="4293" actId="1036"/>
        <pc:sldMkLst>
          <pc:docMk/>
          <pc:sldMk cId="3623434774" sldId="336"/>
        </pc:sldMkLst>
        <pc:spChg chg="mod">
          <ac:chgData name="Boshuijzen - Van Burken, Christine" userId="fb16d386-e247-4531-8bf2-04bbd8de8320" providerId="ADAL" clId="{3D6B205F-2D65-40BB-9E6E-A9BB6AA71EB4}" dt="2026-10-07T16:14:39.825" v="4293" actId="1036"/>
          <ac:spMkLst>
            <pc:docMk/>
            <pc:sldMk cId="3623434774" sldId="336"/>
            <ac:spMk id="2" creationId="{3B95C3BA-D251-8003-CE4A-0D8E86F3AA32}"/>
          </ac:spMkLst>
        </pc:spChg>
        <pc:spChg chg="add del">
          <ac:chgData name="Boshuijzen - Van Burken, Christine" userId="fb16d386-e247-4531-8bf2-04bbd8de8320" providerId="ADAL" clId="{3D6B205F-2D65-40BB-9E6E-A9BB6AA71EB4}" dt="2026-10-07T13:53:59.354" v="2477" actId="478"/>
          <ac:spMkLst>
            <pc:docMk/>
            <pc:sldMk cId="3623434774" sldId="336"/>
            <ac:spMk id="6" creationId="{6171EA4E-9300-BCB9-EFB7-96DDAEA630DF}"/>
          </ac:spMkLst>
        </pc:spChg>
        <pc:picChg chg="mod">
          <ac:chgData name="Boshuijzen - Van Burken, Christine" userId="fb16d386-e247-4531-8bf2-04bbd8de8320" providerId="ADAL" clId="{3D6B205F-2D65-40BB-9E6E-A9BB6AA71EB4}" dt="2026-10-07T11:17:04.909" v="374" actId="1076"/>
          <ac:picMkLst>
            <pc:docMk/>
            <pc:sldMk cId="3623434774" sldId="336"/>
            <ac:picMk id="2050" creationId="{96785C5B-C227-D9B3-9742-32932573D7B8}"/>
          </ac:picMkLst>
        </pc:picChg>
      </pc:sldChg>
      <pc:sldChg chg="add del">
        <pc:chgData name="Boshuijzen - Van Burken, Christine" userId="fb16d386-e247-4531-8bf2-04bbd8de8320" providerId="ADAL" clId="{3D6B205F-2D65-40BB-9E6E-A9BB6AA71EB4}" dt="2026-10-07T13:51:05.396" v="2474" actId="47"/>
        <pc:sldMkLst>
          <pc:docMk/>
          <pc:sldMk cId="600324701" sldId="337"/>
        </pc:sldMkLst>
      </pc:sldChg>
      <pc:sldChg chg="modSp mod">
        <pc:chgData name="Boshuijzen - Van Burken, Christine" userId="fb16d386-e247-4531-8bf2-04bbd8de8320" providerId="ADAL" clId="{3D6B205F-2D65-40BB-9E6E-A9BB6AA71EB4}" dt="2026-10-07T16:40:40.210" v="5449" actId="6549"/>
        <pc:sldMkLst>
          <pc:docMk/>
          <pc:sldMk cId="1565778487" sldId="338"/>
        </pc:sldMkLst>
        <pc:spChg chg="mod">
          <ac:chgData name="Boshuijzen - Van Burken, Christine" userId="fb16d386-e247-4531-8bf2-04bbd8de8320" providerId="ADAL" clId="{3D6B205F-2D65-40BB-9E6E-A9BB6AA71EB4}" dt="2026-10-07T16:22:59.651" v="4452" actId="20577"/>
          <ac:spMkLst>
            <pc:docMk/>
            <pc:sldMk cId="1565778487" sldId="338"/>
            <ac:spMk id="2" creationId="{B56E6601-3391-2964-E482-D7F13071AD60}"/>
          </ac:spMkLst>
        </pc:spChg>
        <pc:spChg chg="mod">
          <ac:chgData name="Boshuijzen - Van Burken, Christine" userId="fb16d386-e247-4531-8bf2-04bbd8de8320" providerId="ADAL" clId="{3D6B205F-2D65-40BB-9E6E-A9BB6AA71EB4}" dt="2026-10-07T16:40:40.210" v="5449" actId="6549"/>
          <ac:spMkLst>
            <pc:docMk/>
            <pc:sldMk cId="1565778487" sldId="338"/>
            <ac:spMk id="3" creationId="{B5668644-1F46-E5AA-C841-A47665916DFD}"/>
          </ac:spMkLst>
        </pc:spChg>
      </pc:sldChg>
      <pc:sldChg chg="modSp new mod">
        <pc:chgData name="Boshuijzen - Van Burken, Christine" userId="fb16d386-e247-4531-8bf2-04bbd8de8320" providerId="ADAL" clId="{3D6B205F-2D65-40BB-9E6E-A9BB6AA71EB4}" dt="2026-10-08T01:01:30.189" v="5647" actId="20577"/>
        <pc:sldMkLst>
          <pc:docMk/>
          <pc:sldMk cId="181469779" sldId="339"/>
        </pc:sldMkLst>
        <pc:spChg chg="mod">
          <ac:chgData name="Boshuijzen - Van Burken, Christine" userId="fb16d386-e247-4531-8bf2-04bbd8de8320" providerId="ADAL" clId="{3D6B205F-2D65-40BB-9E6E-A9BB6AA71EB4}" dt="2026-10-07T13:39:43.344" v="2029" actId="20577"/>
          <ac:spMkLst>
            <pc:docMk/>
            <pc:sldMk cId="181469779" sldId="339"/>
            <ac:spMk id="2" creationId="{4F123852-70EA-A030-3DC4-D8451BFAF55E}"/>
          </ac:spMkLst>
        </pc:spChg>
        <pc:spChg chg="mod">
          <ac:chgData name="Boshuijzen - Van Burken, Christine" userId="fb16d386-e247-4531-8bf2-04bbd8de8320" providerId="ADAL" clId="{3D6B205F-2D65-40BB-9E6E-A9BB6AA71EB4}" dt="2026-10-08T01:01:30.189" v="5647" actId="20577"/>
          <ac:spMkLst>
            <pc:docMk/>
            <pc:sldMk cId="181469779" sldId="339"/>
            <ac:spMk id="3" creationId="{9443ABDE-36C1-756E-8B7B-CD2D9DF89BB6}"/>
          </ac:spMkLst>
        </pc:spChg>
      </pc:sldChg>
      <pc:sldChg chg="add del">
        <pc:chgData name="Boshuijzen - Van Burken, Christine" userId="fb16d386-e247-4531-8bf2-04bbd8de8320" providerId="ADAL" clId="{3D6B205F-2D65-40BB-9E6E-A9BB6AA71EB4}" dt="2026-10-07T15:41:43.688" v="3379" actId="47"/>
        <pc:sldMkLst>
          <pc:docMk/>
          <pc:sldMk cId="3719713404" sldId="3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4812" cy="4968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100" y="0"/>
            <a:ext cx="2944812" cy="4968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14400"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nl-NL"/>
          </a:p>
        </p:txBody>
      </p:sp>
      <p:sp>
        <p:nvSpPr>
          <p:cNvPr id="6" name="Google Shape;6;n"/>
          <p:cNvSpPr txBox="1">
            <a:spLocks noGrp="1"/>
          </p:cNvSpPr>
          <p:nvPr>
            <p:ph type="body" idx="1"/>
          </p:nvPr>
        </p:nvSpPr>
        <p:spPr>
          <a:xfrm>
            <a:off x="679450" y="4718050"/>
            <a:ext cx="5437187" cy="44672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432925"/>
            <a:ext cx="2944812" cy="4968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100" y="9432925"/>
            <a:ext cx="2944812" cy="4968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‹nr.›</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notes"/>
          <p:cNvSpPr>
            <a:spLocks noGrp="1" noRot="1" noChangeAspect="1"/>
          </p:cNvSpPr>
          <p:nvPr>
            <p:ph type="sldImg" idx="2"/>
          </p:nvPr>
        </p:nvSpPr>
        <p:spPr>
          <a:xfrm>
            <a:off x="914400"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nl-NL"/>
          </a:p>
        </p:txBody>
      </p:sp>
      <p:sp>
        <p:nvSpPr>
          <p:cNvPr id="334" name="Google Shape;334;p1:notes"/>
          <p:cNvSpPr txBox="1">
            <a:spLocks noGrp="1"/>
          </p:cNvSpPr>
          <p:nvPr>
            <p:ph type="body" idx="1"/>
          </p:nvPr>
        </p:nvSpPr>
        <p:spPr>
          <a:xfrm>
            <a:off x="679450" y="4718050"/>
            <a:ext cx="5437187"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endParaRPr dirty="0"/>
          </a:p>
        </p:txBody>
      </p:sp>
      <p:sp>
        <p:nvSpPr>
          <p:cNvPr id="335" name="Google Shape;335;p1:notes"/>
          <p:cNvSpPr txBox="1"/>
          <p:nvPr/>
        </p:nvSpPr>
        <p:spPr>
          <a:xfrm>
            <a:off x="3848100" y="9432925"/>
            <a:ext cx="2944812" cy="4968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0</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1</a:t>
            </a:fld>
            <a:endParaRPr lang="en-US"/>
          </a:p>
        </p:txBody>
      </p:sp>
    </p:spTree>
    <p:extLst>
      <p:ext uri="{BB962C8B-B14F-4D97-AF65-F5344CB8AC3E}">
        <p14:creationId xmlns:p14="http://schemas.microsoft.com/office/powerpoint/2010/main" val="1377344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a:t>
            </a:fld>
            <a:endParaRPr lang="en-US"/>
          </a:p>
        </p:txBody>
      </p:sp>
    </p:spTree>
    <p:extLst>
      <p:ext uri="{BB962C8B-B14F-4D97-AF65-F5344CB8AC3E}">
        <p14:creationId xmlns:p14="http://schemas.microsoft.com/office/powerpoint/2010/main" val="1224168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4</a:t>
            </a:fld>
            <a:endParaRPr lang="en-US"/>
          </a:p>
        </p:txBody>
      </p:sp>
    </p:spTree>
    <p:extLst>
      <p:ext uri="{BB962C8B-B14F-4D97-AF65-F5344CB8AC3E}">
        <p14:creationId xmlns:p14="http://schemas.microsoft.com/office/powerpoint/2010/main" val="1374524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
        <p:nvSpPr>
          <p:cNvPr id="226" name="Google Shape;22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nl-NL" b="0" i="0" dirty="0">
                <a:solidFill>
                  <a:srgbClr val="4A494A"/>
                </a:solidFill>
                <a:latin typeface="Times New Roman"/>
                <a:ea typeface="Times New Roman"/>
                <a:cs typeface="Times New Roman"/>
                <a:sym typeface="Times New Roman"/>
              </a:rPr>
              <a:t>In zijn magnum opus, "Een nieuwe kritiek op het theoretische denken" en "In de schemering van het westerse denken", ontwikkelt Herman Dooyeweerd, een Nederlandse reformatorische filosoof, zijn Theorie van Aspecten waarin hij 15 modale aspecten identificeert, die de modi zijn van het dagelijks ervaringsgericht functioneren. Het representeert tevens de verschillende academische disciplines. Aspecten zijn van elkaar afhankelijk. Er zijn normatieve en niet-normatieve aspecten, oftewel: wetten en normen. De wetten van de zwaartekracht gelden, of men het nu leuk vindt of niet. Vliegen betekent niet dat de wetten van de zwaartekracht ongedaan zijn gemaakt, maar ze zijn zorgvuldig geïnterpreteerd. Op dezelfde manier, zou je kunnen zeggen, zijn hun normen die het aspect beheersen, aspectuele normen. Geld uitgeven dat men niet heeft, leidt tot faillissement. Sociaal hoe we ons tot elkaar verhouden, respectvol of respectloos (houd er rekening mee dat dit er in verschillende culturen anders uit kan zien en wat in de ene cultuur als respectvol wordt beschouwd, wordt in een andere cultuur als onrespectvol beschouwd). 
De crux is, dat deze aspecten onherleidbaar zijn. Ze vullen elkaar aan. Men kan gebeurtenissen, artefacten, fenomenen nemen</a:t>
            </a:r>
            <a:endParaRPr dirty="0"/>
          </a:p>
        </p:txBody>
      </p:sp>
      <p:sp>
        <p:nvSpPr>
          <p:cNvPr id="227" name="Google Shape;22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AU"/>
              <a:t>6</a:t>
            </a:fld>
            <a:endParaRPr/>
          </a:p>
        </p:txBody>
      </p:sp>
    </p:spTree>
    <p:extLst>
      <p:ext uri="{BB962C8B-B14F-4D97-AF65-F5344CB8AC3E}">
        <p14:creationId xmlns:p14="http://schemas.microsoft.com/office/powerpoint/2010/main" val="639477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r>
              <a:rPr lang="nl-NL" dirty="0"/>
              <a:t>De mens functioneert in alle aspecten als subject en als object; Robots en machines functioneren in alle aspecten als object, maar hun hoogst functionerende subject (actieve) werking is in het fysieke aspect.  
Kwantitatief: Hoeveel autonome systemen kan één persoon besturen?
Ethisch: Hoe zit het met Athena AI: op visie gebaseerd detectie- en classificatiesysteem: het is een software-overlay over alle live of opgenomen videofeeds die een doos plaatst rond items die van militair belang zijn (gebouwen, voertuig), maar het bevat ook items of gebaren die relevant zijn voor militaire operaties, zoals beschermde symbolen (rode kruis) en gebaren (overgave via handen omhoog)
Fysiek: Elektromagnetisch spectrum: hoe zit het als uw communicatiesystemen falen?
Fysiek: Batterijen en weersomstandigheden (niet alleen mensen die in sommige klimaten en temperaturen een drempel hebben om te werken) 
Geloof: Moeten we ervoor zorgen dat de robot begrijpt wat een plaats van religieuze betekenis is (aangezien ze een speciale status hebben in het internationaal recht), bijvoorbeeld een moskee of kerk, maar voor inheemse groepen sommige rotsen of bomen?</a:t>
            </a:r>
            <a:endParaRPr lang="en-AU"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9</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96387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r>
              <a:rPr lang="nl-NL" dirty="0"/>
              <a:t>Alle menselijke inspanningen moeten gericht zijn op het gelijktijdig realiseren van normen: dit omvat het runnen van een bedrijf, tot het leiden van een peloton, tot beleidsmaker. 
Vertrouwen: hoogste aspect, alle aspecten zijn nodig en verondersteld. </a:t>
            </a:r>
            <a:r>
              <a:rPr lang="nl-NL"/>
              <a:t>Juridisch aspect is belangrijk, </a:t>
            </a:r>
            <a:r>
              <a:rPr lang="nl-NL" dirty="0"/>
              <a:t>maar er ook voor zorgen dat de operator erop vertrouwt dat de ontwerper zich ervan bewust is dat batterijen een groot probleem zijn in autonome systemen en dat ze niet erg goed standhouden in arctische missies, wat typische omgevingen kunnen zijn die zeer geschikt zijn voor autonome systemen en niet voor mensen.</a:t>
            </a:r>
            <a:endParaRPr lang="en-AU"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AU" sz="1200" b="0" i="0" u="none" strike="noStrike" cap="none" smtClean="0">
                <a:solidFill>
                  <a:schemeClr val="dk1"/>
                </a:solidFill>
                <a:latin typeface="Calibri"/>
                <a:ea typeface="Calibri"/>
                <a:cs typeface="Calibri"/>
                <a:sym typeface="Calibri"/>
              </a:rPr>
              <a:t>11</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5727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2:notes"/>
          <p:cNvSpPr txBox="1">
            <a:spLocks noGrp="1"/>
          </p:cNvSpPr>
          <p:nvPr>
            <p:ph type="body" idx="1"/>
          </p:nvPr>
        </p:nvSpPr>
        <p:spPr>
          <a:xfrm>
            <a:off x="679450" y="4718050"/>
            <a:ext cx="5437187" cy="44672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p22:notes"/>
          <p:cNvSpPr>
            <a:spLocks noGrp="1" noRot="1" noChangeAspect="1"/>
          </p:cNvSpPr>
          <p:nvPr>
            <p:ph type="sldImg" idx="2"/>
          </p:nvPr>
        </p:nvSpPr>
        <p:spPr>
          <a:xfrm>
            <a:off x="914400"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nl-N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2DACAF2-242E-4CFB-A5DA-ADEF85AEA8C1}" type="slidenum">
              <a:rPr lang="en-AU" smtClean="0"/>
              <a:t>14</a:t>
            </a:fld>
            <a:endParaRPr lang="en-AU"/>
          </a:p>
        </p:txBody>
      </p:sp>
    </p:spTree>
    <p:extLst>
      <p:ext uri="{BB962C8B-B14F-4D97-AF65-F5344CB8AC3E}">
        <p14:creationId xmlns:p14="http://schemas.microsoft.com/office/powerpoint/2010/main" val="853102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2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26518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9"/>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2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38"/>
        <p:cNvGrpSpPr/>
        <p:nvPr/>
      </p:nvGrpSpPr>
      <p:grpSpPr>
        <a:xfrm>
          <a:off x="0" y="0"/>
          <a:ext cx="0" cy="0"/>
          <a:chOff x="0" y="0"/>
          <a:chExt cx="0" cy="0"/>
        </a:xfrm>
      </p:grpSpPr>
      <p:sp>
        <p:nvSpPr>
          <p:cNvPr id="39" name="Google Shape;39;p31"/>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1"/>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44"/>
        <p:cNvGrpSpPr/>
        <p:nvPr/>
      </p:nvGrpSpPr>
      <p:grpSpPr>
        <a:xfrm>
          <a:off x="0" y="0"/>
          <a:ext cx="0" cy="0"/>
          <a:chOff x="0" y="0"/>
          <a:chExt cx="0" cy="0"/>
        </a:xfrm>
      </p:grpSpPr>
      <p:sp>
        <p:nvSpPr>
          <p:cNvPr id="45" name="Google Shape;45;p3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2"/>
          <p:cNvSpPr txBox="1">
            <a:spLocks noGrp="1"/>
          </p:cNvSpPr>
          <p:nvPr>
            <p:ph type="body" idx="1"/>
          </p:nvPr>
        </p:nvSpPr>
        <p:spPr>
          <a:xfrm rot="5400000">
            <a:off x="2396331" y="57943"/>
            <a:ext cx="4351337"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7" name="Google Shape;47;p3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0"/>
        <p:cNvGrpSpPr/>
        <p:nvPr/>
      </p:nvGrpSpPr>
      <p:grpSpPr>
        <a:xfrm>
          <a:off x="0" y="0"/>
          <a:ext cx="0" cy="0"/>
          <a:chOff x="0" y="0"/>
          <a:chExt cx="0" cy="0"/>
        </a:xfrm>
      </p:grpSpPr>
      <p:sp>
        <p:nvSpPr>
          <p:cNvPr id="51" name="Google Shape;51;p3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33"/>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3" name="Google Shape;53;p33"/>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4" name="Google Shape;54;p3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7"/>
        <p:cNvGrpSpPr/>
        <p:nvPr/>
      </p:nvGrpSpPr>
      <p:grpSpPr>
        <a:xfrm>
          <a:off x="0" y="0"/>
          <a:ext cx="0" cy="0"/>
          <a:chOff x="0" y="0"/>
          <a:chExt cx="0" cy="0"/>
        </a:xfrm>
      </p:grpSpPr>
      <p:sp>
        <p:nvSpPr>
          <p:cNvPr id="58" name="Google Shape;58;p3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1"/>
        <p:cNvGrpSpPr/>
        <p:nvPr/>
      </p:nvGrpSpPr>
      <p:grpSpPr>
        <a:xfrm>
          <a:off x="0" y="0"/>
          <a:ext cx="0" cy="0"/>
          <a:chOff x="0" y="0"/>
          <a:chExt cx="0" cy="0"/>
        </a:xfrm>
      </p:grpSpPr>
      <p:sp>
        <p:nvSpPr>
          <p:cNvPr id="62" name="Google Shape;62;p35"/>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5"/>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4" name="Google Shape;64;p35"/>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5" name="Google Shape;65;p35"/>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6" name="Google Shape;66;p35"/>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7" name="Google Shape;67;p3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77"/>
        <p:cNvGrpSpPr/>
        <p:nvPr/>
      </p:nvGrpSpPr>
      <p:grpSpPr>
        <a:xfrm>
          <a:off x="0" y="0"/>
          <a:ext cx="0" cy="0"/>
          <a:chOff x="0" y="0"/>
          <a:chExt cx="0" cy="0"/>
        </a:xfrm>
      </p:grpSpPr>
      <p:sp>
        <p:nvSpPr>
          <p:cNvPr id="78" name="Google Shape;78;p3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3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80" name="Google Shape;80;p3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ED8B6A-BF3C-3841-AC68-EA4F713AC1D1}"/>
              </a:ext>
            </a:extLst>
          </p:cNvPr>
          <p:cNvSpPr/>
          <p:nvPr userDrawn="1"/>
        </p:nvSpPr>
        <p:spPr>
          <a:xfrm rot="5400000">
            <a:off x="5408022" y="3122025"/>
            <a:ext cx="6858002" cy="613955"/>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3"/>
          </a:p>
        </p:txBody>
      </p:sp>
      <p:pic>
        <p:nvPicPr>
          <p:cNvPr id="8" name="Picture 7">
            <a:extLst>
              <a:ext uri="{FF2B5EF4-FFF2-40B4-BE49-F238E27FC236}">
                <a16:creationId xmlns:a16="http://schemas.microsoft.com/office/drawing/2014/main" id="{EE841588-FE80-8546-B792-1230E5F174B2}"/>
              </a:ext>
            </a:extLst>
          </p:cNvPr>
          <p:cNvPicPr>
            <a:picLocks noChangeAspect="1"/>
          </p:cNvPicPr>
          <p:nvPr userDrawn="1"/>
        </p:nvPicPr>
        <p:blipFill>
          <a:blip r:embed="rId2"/>
          <a:srcRect/>
          <a:stretch/>
        </p:blipFill>
        <p:spPr>
          <a:xfrm>
            <a:off x="8633640" y="6180436"/>
            <a:ext cx="443197" cy="619261"/>
          </a:xfrm>
          <a:prstGeom prst="rect">
            <a:avLst/>
          </a:prstGeom>
        </p:spPr>
      </p:pic>
      <p:sp>
        <p:nvSpPr>
          <p:cNvPr id="4" name="Title Placeholder 1">
            <a:extLst>
              <a:ext uri="{FF2B5EF4-FFF2-40B4-BE49-F238E27FC236}">
                <a16:creationId xmlns:a16="http://schemas.microsoft.com/office/drawing/2014/main" id="{46DAC5EE-7BE5-1B40-BC41-0FDC4D317D77}"/>
              </a:ext>
            </a:extLst>
          </p:cNvPr>
          <p:cNvSpPr>
            <a:spLocks noGrp="1"/>
          </p:cNvSpPr>
          <p:nvPr>
            <p:ph type="title"/>
          </p:nvPr>
        </p:nvSpPr>
        <p:spPr>
          <a:xfrm>
            <a:off x="628651" y="365126"/>
            <a:ext cx="7720220" cy="1325563"/>
          </a:xfrm>
          <a:prstGeom prst="rect">
            <a:avLst/>
          </a:prstGeom>
        </p:spPr>
        <p:txBody>
          <a:bodyPr vert="horz" lIns="91440" tIns="45720" rIns="91440" bIns="45720" rtlCol="0" anchor="ctr">
            <a:normAutofit/>
          </a:bodyPr>
          <a:lstStyle>
            <a:lvl1pPr>
              <a:defRPr>
                <a:latin typeface="Arial" panose="020B0604020202020204" pitchFamily="34" charset="0"/>
                <a:ea typeface="Roboto" panose="02000000000000000000" pitchFamily="2" charset="0"/>
                <a:cs typeface="Arial" panose="020B0604020202020204" pitchFamily="34" charset="0"/>
              </a:defRPr>
            </a:lvl1pPr>
          </a:lstStyle>
          <a:p>
            <a:r>
              <a:rPr lang="en-GB"/>
              <a:t>Click to edit Master title style</a:t>
            </a:r>
            <a:endParaRPr lang="en-US"/>
          </a:p>
        </p:txBody>
      </p:sp>
      <p:sp>
        <p:nvSpPr>
          <p:cNvPr id="5" name="Text Placeholder 2">
            <a:extLst>
              <a:ext uri="{FF2B5EF4-FFF2-40B4-BE49-F238E27FC236}">
                <a16:creationId xmlns:a16="http://schemas.microsoft.com/office/drawing/2014/main" id="{A962FD98-3A3B-ED4A-B5A0-270006582ACA}"/>
              </a:ext>
            </a:extLst>
          </p:cNvPr>
          <p:cNvSpPr>
            <a:spLocks noGrp="1"/>
          </p:cNvSpPr>
          <p:nvPr>
            <p:ph idx="1"/>
          </p:nvPr>
        </p:nvSpPr>
        <p:spPr>
          <a:xfrm>
            <a:off x="628651" y="1825625"/>
            <a:ext cx="7720220" cy="4351338"/>
          </a:xfrm>
          <a:prstGeom prst="rect">
            <a:avLst/>
          </a:prstGeom>
        </p:spPr>
        <p:txBody>
          <a:bodyPr vert="horz" lIns="91440" tIns="45720" rIns="91440" bIns="45720" rtlCol="0">
            <a:normAutofit/>
          </a:bodyPr>
          <a:lstStyle>
            <a:lvl1pPr>
              <a:defRPr>
                <a:latin typeface="Arial" panose="020B0604020202020204" pitchFamily="34" charset="0"/>
                <a:ea typeface="Roboto" panose="02000000000000000000" pitchFamily="2" charset="0"/>
                <a:cs typeface="Arial" panose="020B0604020202020204" pitchFamily="34" charset="0"/>
              </a:defRPr>
            </a:lvl1pPr>
            <a:lvl2pPr>
              <a:defRPr>
                <a:latin typeface="Arial" panose="020B0604020202020204" pitchFamily="34" charset="0"/>
                <a:ea typeface="Roboto" panose="02000000000000000000" pitchFamily="2" charset="0"/>
                <a:cs typeface="Arial" panose="020B0604020202020204" pitchFamily="34" charset="0"/>
              </a:defRPr>
            </a:lvl2pPr>
            <a:lvl3pPr>
              <a:defRPr>
                <a:latin typeface="Arial" panose="020B0604020202020204" pitchFamily="34" charset="0"/>
                <a:ea typeface="Roboto" panose="02000000000000000000" pitchFamily="2" charset="0"/>
                <a:cs typeface="Arial" panose="020B0604020202020204" pitchFamily="34" charset="0"/>
              </a:defRPr>
            </a:lvl3pPr>
            <a:lvl4pPr>
              <a:defRPr>
                <a:latin typeface="Arial" panose="020B0604020202020204" pitchFamily="34" charset="0"/>
                <a:ea typeface="Roboto" panose="02000000000000000000" pitchFamily="2" charset="0"/>
                <a:cs typeface="Arial" panose="020B0604020202020204" pitchFamily="34" charset="0"/>
              </a:defRPr>
            </a:lvl4pPr>
            <a:lvl5pPr>
              <a:defRPr>
                <a:latin typeface="Arial" panose="020B0604020202020204" pitchFamily="34" charset="0"/>
                <a:ea typeface="Roboto" panose="02000000000000000000" pitchFamily="2" charset="0"/>
                <a:cs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58496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 with Caption">
    <p:spTree>
      <p:nvGrpSpPr>
        <p:cNvPr id="1" name="Shape 106"/>
        <p:cNvGrpSpPr/>
        <p:nvPr/>
      </p:nvGrpSpPr>
      <p:grpSpPr>
        <a:xfrm>
          <a:off x="0" y="0"/>
          <a:ext cx="0" cy="0"/>
          <a:chOff x="0" y="0"/>
          <a:chExt cx="0" cy="0"/>
        </a:xfrm>
      </p:grpSpPr>
      <p:sp>
        <p:nvSpPr>
          <p:cNvPr id="107" name="Google Shape;107;p3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33"/>
          <p:cNvSpPr>
            <a:spLocks noGrp="1"/>
          </p:cNvSpPr>
          <p:nvPr>
            <p:ph type="pic" idx="2"/>
          </p:nvPr>
        </p:nvSpPr>
        <p:spPr>
          <a:xfrm>
            <a:off x="3887391" y="987427"/>
            <a:ext cx="4629150" cy="4873625"/>
          </a:xfrm>
          <a:prstGeom prst="rect">
            <a:avLst/>
          </a:prstGeom>
          <a:noFill/>
          <a:ln>
            <a:noFill/>
          </a:ln>
        </p:spPr>
        <p:txBody>
          <a:bodyPr/>
          <a:lstStyle/>
          <a:p>
            <a:endParaRPr lang="nl-NL"/>
          </a:p>
        </p:txBody>
      </p:sp>
      <p:sp>
        <p:nvSpPr>
          <p:cNvPr id="109" name="Google Shape;109;p3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110" name="Google Shape;110;p33"/>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3"/>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3"/>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AU" smtClean="0"/>
              <a:pPr/>
              <a:t>‹nr.›</a:t>
            </a:fld>
            <a:endParaRPr lang="en-AU"/>
          </a:p>
        </p:txBody>
      </p:sp>
    </p:spTree>
    <p:extLst>
      <p:ext uri="{BB962C8B-B14F-4D97-AF65-F5344CB8AC3E}">
        <p14:creationId xmlns:p14="http://schemas.microsoft.com/office/powerpoint/2010/main" val="2154248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52628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1_Title and Content">
  <p:cSld name="2_Title and Content">
    <p:spTree>
      <p:nvGrpSpPr>
        <p:cNvPr id="1" name="Shape 46"/>
        <p:cNvGrpSpPr/>
        <p:nvPr/>
      </p:nvGrpSpPr>
      <p:grpSpPr>
        <a:xfrm>
          <a:off x="0" y="0"/>
          <a:ext cx="0" cy="0"/>
          <a:chOff x="0" y="0"/>
          <a:chExt cx="0" cy="0"/>
        </a:xfrm>
      </p:grpSpPr>
      <p:sp>
        <p:nvSpPr>
          <p:cNvPr id="47" name="Google Shape;47;p18"/>
          <p:cNvSpPr/>
          <p:nvPr/>
        </p:nvSpPr>
        <p:spPr>
          <a:xfrm rot="5400000">
            <a:off x="5408022" y="3122025"/>
            <a:ext cx="6858002" cy="613955"/>
          </a:xfrm>
          <a:prstGeom prst="rect">
            <a:avLst/>
          </a:prstGeom>
          <a:solidFill>
            <a:srgbClr val="FFDC00"/>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053">
              <a:solidFill>
                <a:schemeClr val="lt1"/>
              </a:solidFill>
              <a:latin typeface="Calibri"/>
              <a:ea typeface="Calibri"/>
              <a:cs typeface="Calibri"/>
              <a:sym typeface="Calibri"/>
            </a:endParaRPr>
          </a:p>
        </p:txBody>
      </p:sp>
      <p:pic>
        <p:nvPicPr>
          <p:cNvPr id="48" name="Google Shape;48;p18"/>
          <p:cNvPicPr preferRelativeResize="0"/>
          <p:nvPr/>
        </p:nvPicPr>
        <p:blipFill rotWithShape="1">
          <a:blip r:embed="rId2">
            <a:alphaModFix/>
          </a:blip>
          <a:srcRect/>
          <a:stretch/>
        </p:blipFill>
        <p:spPr>
          <a:xfrm>
            <a:off x="8633640" y="6139546"/>
            <a:ext cx="443197" cy="701040"/>
          </a:xfrm>
          <a:prstGeom prst="rect">
            <a:avLst/>
          </a:prstGeom>
          <a:noFill/>
          <a:ln>
            <a:noFill/>
          </a:ln>
        </p:spPr>
      </p:pic>
      <p:sp>
        <p:nvSpPr>
          <p:cNvPr id="49" name="Google Shape;49;p18"/>
          <p:cNvSpPr txBox="1">
            <a:spLocks noGrp="1"/>
          </p:cNvSpPr>
          <p:nvPr>
            <p:ph type="title"/>
          </p:nvPr>
        </p:nvSpPr>
        <p:spPr>
          <a:xfrm>
            <a:off x="628651" y="365126"/>
            <a:ext cx="772022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8"/>
          <p:cNvSpPr txBox="1">
            <a:spLocks noGrp="1"/>
          </p:cNvSpPr>
          <p:nvPr>
            <p:ph type="body" idx="1"/>
          </p:nvPr>
        </p:nvSpPr>
        <p:spPr>
          <a:xfrm>
            <a:off x="628651" y="1825625"/>
            <a:ext cx="7720220" cy="4351338"/>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chemeClr val="dk1"/>
              </a:buClr>
              <a:buSzPts val="2800"/>
              <a:buChar char="•"/>
              <a:defRPr>
                <a:latin typeface="Arial"/>
                <a:ea typeface="Arial"/>
                <a:cs typeface="Arial"/>
                <a:sym typeface="Arial"/>
              </a:defRPr>
            </a:lvl1pPr>
            <a:lvl2pPr marL="685800" lvl="1" indent="-285750" algn="l">
              <a:lnSpc>
                <a:spcPct val="90000"/>
              </a:lnSpc>
              <a:spcBef>
                <a:spcPts val="375"/>
              </a:spcBef>
              <a:spcAft>
                <a:spcPts val="0"/>
              </a:spcAft>
              <a:buClr>
                <a:schemeClr val="dk1"/>
              </a:buClr>
              <a:buSzPts val="2400"/>
              <a:buChar char="•"/>
              <a:defRPr>
                <a:latin typeface="Arial"/>
                <a:ea typeface="Arial"/>
                <a:cs typeface="Arial"/>
                <a:sym typeface="Arial"/>
              </a:defRPr>
            </a:lvl2pPr>
            <a:lvl3pPr marL="1028700" lvl="2" indent="-266700" algn="l">
              <a:lnSpc>
                <a:spcPct val="90000"/>
              </a:lnSpc>
              <a:spcBef>
                <a:spcPts val="375"/>
              </a:spcBef>
              <a:spcAft>
                <a:spcPts val="0"/>
              </a:spcAft>
              <a:buClr>
                <a:schemeClr val="dk1"/>
              </a:buClr>
              <a:buSzPts val="2000"/>
              <a:buChar char="•"/>
              <a:defRPr>
                <a:latin typeface="Arial"/>
                <a:ea typeface="Arial"/>
                <a:cs typeface="Arial"/>
                <a:sym typeface="Arial"/>
              </a:defRPr>
            </a:lvl3pPr>
            <a:lvl4pPr marL="1371600" lvl="3" indent="-257175" algn="l">
              <a:lnSpc>
                <a:spcPct val="90000"/>
              </a:lnSpc>
              <a:spcBef>
                <a:spcPts val="375"/>
              </a:spcBef>
              <a:spcAft>
                <a:spcPts val="0"/>
              </a:spcAft>
              <a:buClr>
                <a:schemeClr val="dk1"/>
              </a:buClr>
              <a:buSzPts val="1800"/>
              <a:buChar char="•"/>
              <a:defRPr>
                <a:latin typeface="Arial"/>
                <a:ea typeface="Arial"/>
                <a:cs typeface="Arial"/>
                <a:sym typeface="Arial"/>
              </a:defRPr>
            </a:lvl4pPr>
            <a:lvl5pPr marL="1714500" lvl="4" indent="-257175" algn="l">
              <a:lnSpc>
                <a:spcPct val="90000"/>
              </a:lnSpc>
              <a:spcBef>
                <a:spcPts val="375"/>
              </a:spcBef>
              <a:spcAft>
                <a:spcPts val="0"/>
              </a:spcAft>
              <a:buClr>
                <a:schemeClr val="dk1"/>
              </a:buClr>
              <a:buSzPts val="1800"/>
              <a:buChar char="•"/>
              <a:defRPr>
                <a:latin typeface="Arial"/>
                <a:ea typeface="Arial"/>
                <a:cs typeface="Arial"/>
                <a:sym typeface="Aria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47988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 Title and content">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8" name="Text Placeholder 7"/>
          <p:cNvSpPr>
            <a:spLocks noGrp="1"/>
          </p:cNvSpPr>
          <p:nvPr>
            <p:ph type="body" idx="10"/>
          </p:nvPr>
        </p:nvSpPr>
        <p:spPr>
          <a:xfrm>
            <a:off x="468313" y="1509185"/>
            <a:ext cx="8208962" cy="4127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9407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6"/>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‹nr.›</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70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28"/>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4" name="Google Shape;24;p2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2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 name="Google Shape;26;p2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‹nr.›</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9" r:id="rId8"/>
    <p:sldLayoutId id="2147483704" r:id="rId9"/>
    <p:sldLayoutId id="2147483706" r:id="rId10"/>
    <p:sldLayoutId id="2147483709" r:id="rId11"/>
    <p:sldLayoutId id="2147483711" r:id="rId12"/>
    <p:sldLayoutId id="214748371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ds1.cs.calvin.edu/derek/dooy"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336"/>
        <p:cNvGrpSpPr/>
        <p:nvPr/>
      </p:nvGrpSpPr>
      <p:grpSpPr>
        <a:xfrm>
          <a:off x="0" y="0"/>
          <a:ext cx="0" cy="0"/>
          <a:chOff x="0" y="0"/>
          <a:chExt cx="0" cy="0"/>
        </a:xfrm>
      </p:grpSpPr>
      <p:sp>
        <p:nvSpPr>
          <p:cNvPr id="337" name="Google Shape;337;p1"/>
          <p:cNvSpPr txBox="1">
            <a:spLocks noGrp="1"/>
          </p:cNvSpPr>
          <p:nvPr>
            <p:ph type="ctrTitle"/>
          </p:nvPr>
        </p:nvSpPr>
        <p:spPr>
          <a:xfrm>
            <a:off x="1143000" y="1122362"/>
            <a:ext cx="6858000" cy="2387600"/>
          </a:xfrm>
          <a:prstGeom prst="rect">
            <a:avLst/>
          </a:prstGeom>
          <a:noFill/>
          <a:ln>
            <a:noFill/>
          </a:ln>
        </p:spPr>
        <p:txBody>
          <a:bodyPr spcFirstLastPara="1" wrap="square" lIns="91425" tIns="45700" rIns="91425" bIns="45700" anchor="b" anchorCtr="0">
            <a:normAutofit fontScale="90000"/>
          </a:bodyPr>
          <a:lstStyle/>
          <a:p>
            <a:r>
              <a:rPr lang="en-US" b="1" i="1" dirty="0"/>
              <a:t>Christian Philosophy and the Case of Responsible Military  AI</a:t>
            </a:r>
            <a:r>
              <a:rPr lang="en-AU" i="1" dirty="0"/>
              <a:t> </a:t>
            </a:r>
            <a:br>
              <a:rPr lang="nl-NL" dirty="0"/>
            </a:br>
            <a:endParaRPr dirty="0"/>
          </a:p>
        </p:txBody>
      </p:sp>
      <p:sp>
        <p:nvSpPr>
          <p:cNvPr id="338" name="Google Shape;338;p1"/>
          <p:cNvSpPr txBox="1">
            <a:spLocks noGrp="1"/>
          </p:cNvSpPr>
          <p:nvPr>
            <p:ph type="subTitle" idx="1"/>
          </p:nvPr>
        </p:nvSpPr>
        <p:spPr>
          <a:xfrm>
            <a:off x="1143000" y="3602037"/>
            <a:ext cx="6858000" cy="1655762"/>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Clr>
                <a:schemeClr val="dk1"/>
              </a:buClr>
              <a:buSzPts val="1700"/>
              <a:buNone/>
            </a:pPr>
            <a:r>
              <a:rPr lang="en-US" sz="2000" b="0" i="0" u="none" dirty="0">
                <a:solidFill>
                  <a:schemeClr val="dk1"/>
                </a:solidFill>
                <a:latin typeface="Calibri"/>
                <a:ea typeface="Calibri"/>
                <a:cs typeface="Calibri"/>
                <a:sym typeface="Calibri"/>
              </a:rPr>
              <a:t>Christine van Boshuijzen-van Burken</a:t>
            </a:r>
          </a:p>
          <a:p>
            <a:pPr marL="0" lvl="0" indent="0" algn="ctr" rtl="0">
              <a:lnSpc>
                <a:spcPct val="80000"/>
              </a:lnSpc>
              <a:spcBef>
                <a:spcPts val="0"/>
              </a:spcBef>
              <a:spcAft>
                <a:spcPts val="0"/>
              </a:spcAft>
              <a:buClr>
                <a:schemeClr val="dk1"/>
              </a:buClr>
              <a:buSzPts val="1700"/>
              <a:buNone/>
            </a:pPr>
            <a:endParaRPr lang="en-US" sz="2000" dirty="0"/>
          </a:p>
          <a:p>
            <a:pPr marL="0" lvl="0" indent="0" algn="ctr" rtl="0">
              <a:lnSpc>
                <a:spcPct val="80000"/>
              </a:lnSpc>
              <a:spcBef>
                <a:spcPts val="0"/>
              </a:spcBef>
              <a:spcAft>
                <a:spcPts val="0"/>
              </a:spcAft>
              <a:buClr>
                <a:schemeClr val="dk1"/>
              </a:buClr>
              <a:buSzPts val="1700"/>
              <a:buNone/>
            </a:pPr>
            <a:r>
              <a:rPr lang="en-US" sz="2000" dirty="0"/>
              <a:t>The Netherlands </a:t>
            </a:r>
            <a:r>
              <a:rPr lang="en-US" sz="2000" dirty="0" err="1"/>
              <a:t>Defence</a:t>
            </a:r>
            <a:r>
              <a:rPr lang="en-US" sz="2000" dirty="0"/>
              <a:t> Academy</a:t>
            </a:r>
          </a:p>
          <a:p>
            <a:pPr marL="0" lvl="0" indent="0" algn="ctr" rtl="0">
              <a:lnSpc>
                <a:spcPct val="80000"/>
              </a:lnSpc>
              <a:spcBef>
                <a:spcPts val="0"/>
              </a:spcBef>
              <a:spcAft>
                <a:spcPts val="0"/>
              </a:spcAft>
              <a:buClr>
                <a:schemeClr val="dk1"/>
              </a:buClr>
              <a:buSzPts val="1700"/>
              <a:buNone/>
            </a:pPr>
            <a:r>
              <a:rPr lang="en-US" sz="2000" dirty="0"/>
              <a:t>&amp;</a:t>
            </a:r>
          </a:p>
          <a:p>
            <a:pPr marL="0" lvl="0" indent="0" algn="ctr" rtl="0">
              <a:lnSpc>
                <a:spcPct val="80000"/>
              </a:lnSpc>
              <a:spcBef>
                <a:spcPts val="0"/>
              </a:spcBef>
              <a:spcAft>
                <a:spcPts val="0"/>
              </a:spcAft>
              <a:buClr>
                <a:schemeClr val="dk1"/>
              </a:buClr>
              <a:buSzPts val="1700"/>
              <a:buNone/>
            </a:pPr>
            <a:r>
              <a:rPr lang="en-US" sz="2000" dirty="0"/>
              <a:t>Eindhoven University of Technology </a:t>
            </a:r>
          </a:p>
          <a:p>
            <a:pPr marL="0" lvl="0" indent="0" algn="ctr" rtl="0">
              <a:lnSpc>
                <a:spcPct val="80000"/>
              </a:lnSpc>
              <a:spcBef>
                <a:spcPts val="0"/>
              </a:spcBef>
              <a:spcAft>
                <a:spcPts val="0"/>
              </a:spcAft>
              <a:buClr>
                <a:schemeClr val="dk1"/>
              </a:buClr>
              <a:buSzPts val="1700"/>
              <a:buNone/>
            </a:pPr>
            <a:r>
              <a:rPr lang="en-US" sz="2000" dirty="0"/>
              <a:t>Endowed Chair for Christian Philosophy</a:t>
            </a:r>
          </a:p>
          <a:p>
            <a:pPr marL="0" lvl="0" indent="0" algn="ctr" rtl="0">
              <a:lnSpc>
                <a:spcPct val="80000"/>
              </a:lnSpc>
              <a:spcBef>
                <a:spcPts val="0"/>
              </a:spcBef>
              <a:spcAft>
                <a:spcPts val="0"/>
              </a:spcAft>
              <a:buClr>
                <a:schemeClr val="dk1"/>
              </a:buClr>
              <a:buSzPts val="1700"/>
              <a:buNone/>
            </a:pPr>
            <a:endParaRPr lang="en-US" sz="2000" dirty="0"/>
          </a:p>
          <a:p>
            <a:pPr marL="0" lvl="0" indent="0" algn="ctr" rtl="0">
              <a:lnSpc>
                <a:spcPct val="80000"/>
              </a:lnSpc>
              <a:spcBef>
                <a:spcPts val="0"/>
              </a:spcBef>
              <a:spcAft>
                <a:spcPts val="0"/>
              </a:spcAft>
              <a:buClr>
                <a:schemeClr val="dk1"/>
              </a:buClr>
              <a:buSzPts val="1700"/>
              <a:buNone/>
            </a:pPr>
            <a:r>
              <a:rPr lang="en-US" sz="2000" i="1" dirty="0"/>
              <a:t>STEM track</a:t>
            </a:r>
          </a:p>
          <a:p>
            <a:pPr marL="0" lvl="0" indent="0" algn="ctr" rtl="0">
              <a:lnSpc>
                <a:spcPct val="80000"/>
              </a:lnSpc>
              <a:spcBef>
                <a:spcPts val="0"/>
              </a:spcBef>
              <a:spcAft>
                <a:spcPts val="0"/>
              </a:spcAft>
              <a:buClr>
                <a:schemeClr val="dk1"/>
              </a:buClr>
              <a:buSzPts val="1700"/>
              <a:buNone/>
            </a:pPr>
            <a:r>
              <a:rPr lang="en-US" sz="2000" i="1" dirty="0"/>
              <a:t>Christian Wisdom in the Age of AI Conference</a:t>
            </a:r>
          </a:p>
          <a:p>
            <a:pPr marL="0" lvl="0" indent="0" algn="ctr" rtl="0">
              <a:lnSpc>
                <a:spcPct val="80000"/>
              </a:lnSpc>
              <a:spcBef>
                <a:spcPts val="0"/>
              </a:spcBef>
              <a:spcAft>
                <a:spcPts val="0"/>
              </a:spcAft>
              <a:buClr>
                <a:schemeClr val="dk1"/>
              </a:buClr>
              <a:buSzPts val="1700"/>
              <a:buNone/>
            </a:pPr>
            <a:r>
              <a:rPr lang="en-US" sz="2000" i="1" dirty="0"/>
              <a:t>Grand Rapids, USA, 9 October 2026</a:t>
            </a:r>
            <a:endParaRPr sz="2000" b="0" i="1" u="none" dirty="0">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6DAA9A7B-F4F5-6697-8047-26CDD556A0E8}"/>
              </a:ext>
            </a:extLst>
          </p:cNvPr>
          <p:cNvSpPr txBox="1"/>
          <p:nvPr/>
        </p:nvSpPr>
        <p:spPr>
          <a:xfrm>
            <a:off x="2286000" y="3277331"/>
            <a:ext cx="4572000" cy="307777"/>
          </a:xfrm>
          <a:prstGeom prst="rect">
            <a:avLst/>
          </a:prstGeom>
          <a:noFill/>
        </p:spPr>
        <p:txBody>
          <a:bodyPr wrap="square">
            <a:spAutoFit/>
          </a:bodyPr>
          <a:lstStyle/>
          <a:p>
            <a:r>
              <a:rPr lang="en-AU" b="0" dirty="0">
                <a:effectLst/>
              </a:rPr>
              <a:t> </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549B5-2BFC-393A-F76A-0254717759BA}"/>
              </a:ext>
            </a:extLst>
          </p:cNvPr>
          <p:cNvSpPr>
            <a:spLocks noGrp="1"/>
          </p:cNvSpPr>
          <p:nvPr>
            <p:ph type="title"/>
          </p:nvPr>
        </p:nvSpPr>
        <p:spPr/>
        <p:txBody>
          <a:bodyPr/>
          <a:lstStyle/>
          <a:p>
            <a:r>
              <a:rPr lang="nl-NL" dirty="0" err="1"/>
              <a:t>What</a:t>
            </a:r>
            <a:r>
              <a:rPr lang="nl-NL" dirty="0"/>
              <a:t> kind of military AI? UK </a:t>
            </a:r>
            <a:r>
              <a:rPr lang="nl-NL" dirty="0" err="1"/>
              <a:t>MoD</a:t>
            </a:r>
            <a:r>
              <a:rPr lang="nl-NL" dirty="0"/>
              <a:t> </a:t>
            </a:r>
            <a:r>
              <a:rPr lang="en-GB" dirty="0"/>
              <a:t>JSP936 D</a:t>
            </a:r>
            <a:r>
              <a:rPr lang="en-GB" u="dbl" dirty="0"/>
              <a:t>irective</a:t>
            </a:r>
            <a:r>
              <a:rPr lang="en-GB" dirty="0"/>
              <a:t> (2024 page 3):</a:t>
            </a:r>
            <a:endParaRPr lang="nl-NL" dirty="0"/>
          </a:p>
        </p:txBody>
      </p:sp>
      <p:sp>
        <p:nvSpPr>
          <p:cNvPr id="3" name="Tijdelijke aanduiding voor inhoud 2">
            <a:extLst>
              <a:ext uri="{FF2B5EF4-FFF2-40B4-BE49-F238E27FC236}">
                <a16:creationId xmlns:a16="http://schemas.microsoft.com/office/drawing/2014/main" id="{40F28D90-7269-5DA8-9C1C-4628987CEE27}"/>
              </a:ext>
            </a:extLst>
          </p:cNvPr>
          <p:cNvSpPr>
            <a:spLocks noGrp="1"/>
          </p:cNvSpPr>
          <p:nvPr>
            <p:ph idx="1"/>
          </p:nvPr>
        </p:nvSpPr>
        <p:spPr/>
        <p:txBody>
          <a:bodyPr>
            <a:noAutofit/>
          </a:bodyPr>
          <a:lstStyle/>
          <a:p>
            <a:pPr marL="95250" indent="0">
              <a:buNone/>
            </a:pPr>
            <a:r>
              <a:rPr lang="en-AU" sz="2500" dirty="0"/>
              <a:t>1. Object detection, recognition and identification software in Intelligence, Surveillance and Reconnaissance (ISR) capabilities. </a:t>
            </a:r>
            <a:endParaRPr lang="nl-NL" sz="2500" dirty="0"/>
          </a:p>
          <a:p>
            <a:pPr marL="95250" indent="0">
              <a:buNone/>
            </a:pPr>
            <a:r>
              <a:rPr lang="en-AU" sz="2500" dirty="0"/>
              <a:t>2. Reinforcement learning algorithms used in Command and Control (C2) application and autonomous systems. </a:t>
            </a:r>
            <a:endParaRPr lang="nl-NL" sz="2500" dirty="0"/>
          </a:p>
          <a:p>
            <a:pPr marL="95250" indent="0">
              <a:buNone/>
            </a:pPr>
            <a:r>
              <a:rPr lang="en-AU" sz="2500" dirty="0"/>
              <a:t>3. Large Language Models used in providing Human Resources (HR) applications. </a:t>
            </a:r>
            <a:endParaRPr lang="nl-NL" sz="2500" dirty="0"/>
          </a:p>
          <a:p>
            <a:pPr marL="95250" indent="0">
              <a:buNone/>
            </a:pPr>
            <a:r>
              <a:rPr lang="en-AU" sz="2500" dirty="0"/>
              <a:t>4. AI utilised within decision support toolsets or applications. For example: Course of Action (COA) development; task allocation (for example in a crewed/uncrewed force mix); mission tactics engines; and logistics planning.</a:t>
            </a:r>
            <a:endParaRPr lang="nl-NL" sz="2500" dirty="0"/>
          </a:p>
          <a:p>
            <a:endParaRPr lang="nl-NL" sz="2500" dirty="0"/>
          </a:p>
        </p:txBody>
      </p:sp>
    </p:spTree>
    <p:extLst>
      <p:ext uri="{BB962C8B-B14F-4D97-AF65-F5344CB8AC3E}">
        <p14:creationId xmlns:p14="http://schemas.microsoft.com/office/powerpoint/2010/main" val="357692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DA30BA-3102-0CE7-9C40-483542B24F03}"/>
              </a:ext>
            </a:extLst>
          </p:cNvPr>
          <p:cNvSpPr>
            <a:spLocks noGrp="1"/>
          </p:cNvSpPr>
          <p:nvPr>
            <p:ph type="title"/>
          </p:nvPr>
        </p:nvSpPr>
        <p:spPr/>
        <p:txBody>
          <a:bodyPr/>
          <a:lstStyle/>
          <a:p>
            <a:r>
              <a:rPr lang="nl-NL" dirty="0" err="1"/>
              <a:t>Frameworks</a:t>
            </a:r>
            <a:r>
              <a:rPr lang="nl-NL" dirty="0"/>
              <a:t> </a:t>
            </a:r>
            <a:r>
              <a:rPr lang="nl-NL" dirty="0" err="1"/>
              <a:t>for</a:t>
            </a:r>
            <a:r>
              <a:rPr lang="nl-NL" dirty="0"/>
              <a:t> </a:t>
            </a:r>
            <a:r>
              <a:rPr lang="nl-NL" dirty="0" err="1"/>
              <a:t>evaluating</a:t>
            </a:r>
            <a:r>
              <a:rPr lang="nl-NL" dirty="0"/>
              <a:t> military AI</a:t>
            </a:r>
          </a:p>
        </p:txBody>
      </p:sp>
      <p:sp>
        <p:nvSpPr>
          <p:cNvPr id="3" name="Tijdelijke aanduiding voor inhoud 2">
            <a:extLst>
              <a:ext uri="{FF2B5EF4-FFF2-40B4-BE49-F238E27FC236}">
                <a16:creationId xmlns:a16="http://schemas.microsoft.com/office/drawing/2014/main" id="{8C72CAD2-B126-523D-98D7-F63A2C0301D4}"/>
              </a:ext>
            </a:extLst>
          </p:cNvPr>
          <p:cNvSpPr>
            <a:spLocks noGrp="1"/>
          </p:cNvSpPr>
          <p:nvPr>
            <p:ph idx="1"/>
          </p:nvPr>
        </p:nvSpPr>
        <p:spPr>
          <a:xfrm>
            <a:off x="641176" y="1838151"/>
            <a:ext cx="7886700" cy="4351337"/>
          </a:xfrm>
        </p:spPr>
        <p:txBody>
          <a:bodyPr>
            <a:normAutofit/>
          </a:bodyPr>
          <a:lstStyle/>
          <a:p>
            <a:r>
              <a:rPr lang="nl-NL" sz="3000" dirty="0"/>
              <a:t>Just War </a:t>
            </a:r>
            <a:r>
              <a:rPr lang="nl-NL" sz="3000" dirty="0" err="1"/>
              <a:t>Tradition</a:t>
            </a:r>
            <a:r>
              <a:rPr lang="nl-NL" sz="3000" dirty="0"/>
              <a:t> </a:t>
            </a:r>
          </a:p>
          <a:p>
            <a:pPr lvl="1"/>
            <a:r>
              <a:rPr lang="nl-NL" sz="2700" dirty="0" err="1"/>
              <a:t>Normative</a:t>
            </a:r>
            <a:r>
              <a:rPr lang="nl-NL" sz="2700" dirty="0"/>
              <a:t> (</a:t>
            </a:r>
            <a:r>
              <a:rPr lang="nl-NL" sz="2700" dirty="0" err="1"/>
              <a:t>distinction</a:t>
            </a:r>
            <a:r>
              <a:rPr lang="nl-NL" sz="2700" dirty="0"/>
              <a:t> + </a:t>
            </a:r>
            <a:r>
              <a:rPr lang="nl-NL" sz="2700" dirty="0" err="1"/>
              <a:t>proportionality</a:t>
            </a:r>
            <a:r>
              <a:rPr lang="nl-NL" sz="2700" dirty="0"/>
              <a:t>) </a:t>
            </a:r>
          </a:p>
          <a:p>
            <a:r>
              <a:rPr lang="nl-NL" sz="3000" dirty="0" err="1"/>
              <a:t>Ethics</a:t>
            </a:r>
            <a:r>
              <a:rPr lang="nl-NL" sz="3000" dirty="0"/>
              <a:t> of Technology </a:t>
            </a:r>
          </a:p>
          <a:p>
            <a:pPr lvl="1"/>
            <a:r>
              <a:rPr lang="nl-NL" sz="2700" dirty="0"/>
              <a:t>Shows </a:t>
            </a:r>
            <a:r>
              <a:rPr lang="nl-NL" sz="2700" dirty="0" err="1"/>
              <a:t>reductions</a:t>
            </a:r>
            <a:r>
              <a:rPr lang="nl-NL" sz="2700" dirty="0"/>
              <a:t> </a:t>
            </a:r>
            <a:r>
              <a:rPr lang="nl-NL" sz="2700" dirty="0" err="1"/>
              <a:t>and</a:t>
            </a:r>
            <a:r>
              <a:rPr lang="nl-NL" sz="2700" dirty="0"/>
              <a:t> </a:t>
            </a:r>
            <a:r>
              <a:rPr lang="nl-NL" sz="2700" dirty="0" err="1"/>
              <a:t>amplifications</a:t>
            </a:r>
            <a:r>
              <a:rPr lang="nl-NL" sz="2700" dirty="0"/>
              <a:t> (</a:t>
            </a:r>
            <a:r>
              <a:rPr lang="nl-NL" sz="2700" dirty="0" err="1"/>
              <a:t>Ihde</a:t>
            </a:r>
            <a:r>
              <a:rPr lang="nl-NL" sz="2700" dirty="0"/>
              <a:t>)</a:t>
            </a:r>
          </a:p>
          <a:p>
            <a:r>
              <a:rPr lang="nl-NL" sz="3000" dirty="0"/>
              <a:t>AI </a:t>
            </a:r>
            <a:r>
              <a:rPr lang="nl-NL" sz="3000" dirty="0" err="1"/>
              <a:t>Ethics</a:t>
            </a:r>
            <a:r>
              <a:rPr lang="nl-NL" sz="3000" dirty="0"/>
              <a:t> </a:t>
            </a:r>
            <a:r>
              <a:rPr lang="nl-NL" sz="3000" dirty="0" err="1"/>
              <a:t>frameworks</a:t>
            </a:r>
            <a:r>
              <a:rPr lang="nl-NL" sz="3000" dirty="0"/>
              <a:t> </a:t>
            </a:r>
          </a:p>
          <a:p>
            <a:pPr lvl="1"/>
            <a:r>
              <a:rPr lang="nl-NL" sz="2700" dirty="0" err="1"/>
              <a:t>Principles</a:t>
            </a:r>
            <a:r>
              <a:rPr lang="nl-NL" sz="2700" dirty="0"/>
              <a:t> </a:t>
            </a:r>
            <a:r>
              <a:rPr lang="nl-NL" sz="2700" dirty="0" err="1"/>
              <a:t>based</a:t>
            </a:r>
            <a:r>
              <a:rPr lang="nl-NL" sz="2700" dirty="0"/>
              <a:t> (abstract </a:t>
            </a:r>
            <a:r>
              <a:rPr lang="nl-NL" sz="2700" dirty="0" err="1"/>
              <a:t>aspirations</a:t>
            </a:r>
            <a:r>
              <a:rPr lang="nl-NL" sz="2700" dirty="0"/>
              <a:t>)</a:t>
            </a:r>
          </a:p>
          <a:p>
            <a:r>
              <a:rPr lang="nl-NL" sz="3000" dirty="0"/>
              <a:t>Christian </a:t>
            </a:r>
            <a:r>
              <a:rPr lang="nl-NL" sz="3000" dirty="0" err="1"/>
              <a:t>Philosophy</a:t>
            </a:r>
            <a:r>
              <a:rPr lang="nl-NL" sz="3000" dirty="0"/>
              <a:t>/</a:t>
            </a:r>
            <a:r>
              <a:rPr lang="nl-NL" sz="3000" dirty="0" err="1"/>
              <a:t>multi-aspectual</a:t>
            </a:r>
            <a:r>
              <a:rPr lang="nl-NL" sz="3000" dirty="0"/>
              <a:t> thinking: </a:t>
            </a:r>
          </a:p>
          <a:p>
            <a:pPr lvl="1"/>
            <a:r>
              <a:rPr lang="nl-NL" sz="2700" dirty="0" err="1"/>
              <a:t>normative</a:t>
            </a:r>
            <a:r>
              <a:rPr lang="nl-NL" sz="2700" dirty="0"/>
              <a:t> + anti-reductionist</a:t>
            </a:r>
          </a:p>
        </p:txBody>
      </p:sp>
      <p:sp>
        <p:nvSpPr>
          <p:cNvPr id="5" name="Rechthoek 4">
            <a:extLst>
              <a:ext uri="{FF2B5EF4-FFF2-40B4-BE49-F238E27FC236}">
                <a16:creationId xmlns:a16="http://schemas.microsoft.com/office/drawing/2014/main" id="{E48589FF-3FB1-0039-A449-8EE2F13FB01C}"/>
              </a:ext>
            </a:extLst>
          </p:cNvPr>
          <p:cNvSpPr/>
          <p:nvPr/>
        </p:nvSpPr>
        <p:spPr>
          <a:xfrm>
            <a:off x="538619" y="4747364"/>
            <a:ext cx="7886700" cy="989557"/>
          </a:xfrm>
          <a:prstGeom prst="rect">
            <a:avLst/>
          </a:prstGeom>
          <a:noFill/>
          <a:ln w="762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71596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32AB-60FC-8683-4462-CE9C5FC8C3E6}"/>
              </a:ext>
            </a:extLst>
          </p:cNvPr>
          <p:cNvSpPr>
            <a:spLocks noGrp="1"/>
          </p:cNvSpPr>
          <p:nvPr>
            <p:ph type="title"/>
          </p:nvPr>
        </p:nvSpPr>
        <p:spPr>
          <a:xfrm>
            <a:off x="628651" y="365126"/>
            <a:ext cx="8202198" cy="1325563"/>
          </a:xfrm>
        </p:spPr>
        <p:txBody>
          <a:bodyPr/>
          <a:lstStyle/>
          <a:p>
            <a:r>
              <a:rPr lang="en-AU" dirty="0"/>
              <a:t>Object detection and identification systems</a:t>
            </a:r>
          </a:p>
        </p:txBody>
      </p:sp>
      <p:pic>
        <p:nvPicPr>
          <p:cNvPr id="4" name="Content Placeholder 3">
            <a:extLst>
              <a:ext uri="{FF2B5EF4-FFF2-40B4-BE49-F238E27FC236}">
                <a16:creationId xmlns:a16="http://schemas.microsoft.com/office/drawing/2014/main" id="{FC42049D-000A-67C0-190E-3395853FBE77}"/>
              </a:ext>
              <a:ext uri="{147F2762-F138-4A5C-976F-8EAC2B608ADB}">
                <a16:predDERef xmlns:a16="http://schemas.microsoft.com/office/drawing/2014/main" pred="{436E6A9E-79D6-9DA7-7565-2B088B805554}"/>
              </a:ext>
            </a:extLst>
          </p:cNvPr>
          <p:cNvPicPr>
            <a:picLocks noGrp="1" noChangeAspect="1"/>
          </p:cNvPicPr>
          <p:nvPr>
            <p:ph idx="1"/>
          </p:nvPr>
        </p:nvPicPr>
        <p:blipFill>
          <a:blip r:embed="rId3"/>
          <a:srcRect l="9790" t="29446" r="34320" b="20240"/>
          <a:stretch/>
        </p:blipFill>
        <p:spPr>
          <a:xfrm>
            <a:off x="853714" y="1723541"/>
            <a:ext cx="7270094" cy="3660357"/>
          </a:xfrm>
          <a:prstGeom prst="rect">
            <a:avLst/>
          </a:prstGeom>
        </p:spPr>
      </p:pic>
      <p:sp>
        <p:nvSpPr>
          <p:cNvPr id="3" name="TextBox 2">
            <a:extLst>
              <a:ext uri="{FF2B5EF4-FFF2-40B4-BE49-F238E27FC236}">
                <a16:creationId xmlns:a16="http://schemas.microsoft.com/office/drawing/2014/main" id="{CAAD4833-BB95-FB20-AF2F-1FF681ED53D2}"/>
              </a:ext>
            </a:extLst>
          </p:cNvPr>
          <p:cNvSpPr txBox="1"/>
          <p:nvPr/>
        </p:nvSpPr>
        <p:spPr>
          <a:xfrm>
            <a:off x="868680" y="5045694"/>
            <a:ext cx="6720840" cy="246221"/>
          </a:xfrm>
          <a:prstGeom prst="rect">
            <a:avLst/>
          </a:prstGeom>
          <a:noFill/>
        </p:spPr>
        <p:txBody>
          <a:bodyPr wrap="square" rtlCol="0">
            <a:spAutoFit/>
          </a:bodyPr>
          <a:lstStyle/>
          <a:p>
            <a:r>
              <a:rPr lang="en-AU" sz="1000" i="1" dirty="0"/>
              <a:t>Still from footage Battlefield AI project at UNSW Canberra (2023) – Athena AI software</a:t>
            </a:r>
          </a:p>
        </p:txBody>
      </p:sp>
    </p:spTree>
    <p:extLst>
      <p:ext uri="{BB962C8B-B14F-4D97-AF65-F5344CB8AC3E}">
        <p14:creationId xmlns:p14="http://schemas.microsoft.com/office/powerpoint/2010/main" val="1825945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95C3BA-D251-8003-CE4A-0D8E86F3AA32}"/>
              </a:ext>
            </a:extLst>
          </p:cNvPr>
          <p:cNvSpPr>
            <a:spLocks noGrp="1"/>
          </p:cNvSpPr>
          <p:nvPr>
            <p:ph type="title"/>
          </p:nvPr>
        </p:nvSpPr>
        <p:spPr>
          <a:xfrm>
            <a:off x="628650" y="377651"/>
            <a:ext cx="7886700" cy="1325562"/>
          </a:xfrm>
        </p:spPr>
        <p:txBody>
          <a:bodyPr/>
          <a:lstStyle/>
          <a:p>
            <a:r>
              <a:rPr lang="nl-NL" sz="4000" dirty="0" err="1"/>
              <a:t>Example</a:t>
            </a:r>
            <a:r>
              <a:rPr lang="nl-NL" sz="4000" dirty="0"/>
              <a:t> Lavender AI system</a:t>
            </a:r>
          </a:p>
        </p:txBody>
      </p:sp>
      <p:sp>
        <p:nvSpPr>
          <p:cNvPr id="3" name="Tijdelijke aanduiding voor tekst 2">
            <a:extLst>
              <a:ext uri="{FF2B5EF4-FFF2-40B4-BE49-F238E27FC236}">
                <a16:creationId xmlns:a16="http://schemas.microsoft.com/office/drawing/2014/main" id="{59CF21BF-1C58-F936-AB51-E54E19858327}"/>
              </a:ext>
            </a:extLst>
          </p:cNvPr>
          <p:cNvSpPr>
            <a:spLocks noGrp="1"/>
          </p:cNvSpPr>
          <p:nvPr>
            <p:ph type="body" idx="10"/>
          </p:nvPr>
        </p:nvSpPr>
        <p:spPr>
          <a:xfrm>
            <a:off x="-2712985" y="1237544"/>
            <a:ext cx="14648010" cy="6818674"/>
          </a:xfrm>
        </p:spPr>
        <p:txBody>
          <a:bodyPr/>
          <a:lstStyle/>
          <a:p>
            <a:endParaRPr lang="nl-NL" dirty="0"/>
          </a:p>
        </p:txBody>
      </p:sp>
      <p:pic>
        <p:nvPicPr>
          <p:cNvPr id="2050" name="Picture 2" descr="Slide shown at a trade show by a senior commander of Unit 8200, discussing the Lavender system, which is depicted with the iconography characteristic of startups.">
            <a:extLst>
              <a:ext uri="{FF2B5EF4-FFF2-40B4-BE49-F238E27FC236}">
                <a16:creationId xmlns:a16="http://schemas.microsoft.com/office/drawing/2014/main" id="{96785C5B-C227-D9B3-9742-32932573D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108" y="1690687"/>
            <a:ext cx="8001783" cy="4793340"/>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a:extLst>
              <a:ext uri="{FF2B5EF4-FFF2-40B4-BE49-F238E27FC236}">
                <a16:creationId xmlns:a16="http://schemas.microsoft.com/office/drawing/2014/main" id="{5538562B-AC92-8A97-9FC4-CE7ACD03885C}"/>
              </a:ext>
            </a:extLst>
          </p:cNvPr>
          <p:cNvSpPr txBox="1"/>
          <p:nvPr/>
        </p:nvSpPr>
        <p:spPr>
          <a:xfrm>
            <a:off x="802082" y="6492875"/>
            <a:ext cx="7663164" cy="338554"/>
          </a:xfrm>
          <a:prstGeom prst="rect">
            <a:avLst/>
          </a:prstGeom>
          <a:noFill/>
        </p:spPr>
        <p:txBody>
          <a:bodyPr wrap="square" rtlCol="0">
            <a:spAutoFit/>
          </a:bodyPr>
          <a:lstStyle/>
          <a:p>
            <a:r>
              <a:rPr lang="nl-NL" sz="800" dirty="0"/>
              <a:t>https://imagenes.elpais.com/resizer/v2/56TVJ74VFJA2NJ5RMHS3CXDEJU.jpeg?auth=4364046572138c1080e8181b2b10803cf1f7fee34e396944255a210c10423093&amp;width=1960</a:t>
            </a:r>
          </a:p>
        </p:txBody>
      </p:sp>
    </p:spTree>
    <p:extLst>
      <p:ext uri="{BB962C8B-B14F-4D97-AF65-F5344CB8AC3E}">
        <p14:creationId xmlns:p14="http://schemas.microsoft.com/office/powerpoint/2010/main" val="3623434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123852-70EA-A030-3DC4-D8451BFAF55E}"/>
              </a:ext>
            </a:extLst>
          </p:cNvPr>
          <p:cNvSpPr>
            <a:spLocks noGrp="1"/>
          </p:cNvSpPr>
          <p:nvPr>
            <p:ph type="title"/>
          </p:nvPr>
        </p:nvSpPr>
        <p:spPr/>
        <p:txBody>
          <a:bodyPr/>
          <a:lstStyle/>
          <a:p>
            <a:r>
              <a:rPr lang="nl-NL" dirty="0"/>
              <a:t>AI sub-systems </a:t>
            </a:r>
            <a:r>
              <a:rPr lang="nl-NL" dirty="0" err="1"/>
              <a:t>around</a:t>
            </a:r>
            <a:r>
              <a:rPr lang="nl-NL" dirty="0"/>
              <a:t> Lavender</a:t>
            </a:r>
          </a:p>
        </p:txBody>
      </p:sp>
      <p:sp>
        <p:nvSpPr>
          <p:cNvPr id="3" name="Tijdelijke aanduiding voor tekst 2">
            <a:extLst>
              <a:ext uri="{FF2B5EF4-FFF2-40B4-BE49-F238E27FC236}">
                <a16:creationId xmlns:a16="http://schemas.microsoft.com/office/drawing/2014/main" id="{9443ABDE-36C1-756E-8B7B-CD2D9DF89BB6}"/>
              </a:ext>
            </a:extLst>
          </p:cNvPr>
          <p:cNvSpPr>
            <a:spLocks noGrp="1"/>
          </p:cNvSpPr>
          <p:nvPr>
            <p:ph type="body" idx="10"/>
          </p:nvPr>
        </p:nvSpPr>
        <p:spPr/>
        <p:txBody>
          <a:bodyPr>
            <a:noAutofit/>
          </a:bodyPr>
          <a:lstStyle/>
          <a:p>
            <a:pPr>
              <a:buFont typeface="Wingdings" panose="05000000000000000000" pitchFamily="2" charset="2"/>
              <a:buChar char="Ø"/>
            </a:pPr>
            <a:r>
              <a:rPr lang="nl-NL" sz="2500" dirty="0"/>
              <a:t>Depth of </a:t>
            </a:r>
            <a:r>
              <a:rPr lang="nl-NL" sz="2500" dirty="0" err="1"/>
              <a:t>Wisdom</a:t>
            </a:r>
            <a:r>
              <a:rPr lang="nl-NL" sz="2500" dirty="0"/>
              <a:t>: </a:t>
            </a:r>
            <a:r>
              <a:rPr lang="nl-NL" sz="2500" dirty="0" err="1"/>
              <a:t>maps</a:t>
            </a:r>
            <a:r>
              <a:rPr lang="nl-NL" sz="2500" dirty="0"/>
              <a:t> (underground) </a:t>
            </a:r>
            <a:r>
              <a:rPr lang="nl-NL" sz="2500" dirty="0" err="1"/>
              <a:t>infrastructure</a:t>
            </a:r>
            <a:r>
              <a:rPr lang="nl-NL" sz="2500" dirty="0"/>
              <a:t> </a:t>
            </a:r>
          </a:p>
          <a:p>
            <a:pPr>
              <a:buFont typeface="Wingdings" panose="05000000000000000000" pitchFamily="2" charset="2"/>
              <a:buChar char="Ø"/>
            </a:pPr>
            <a:r>
              <a:rPr lang="nl-NL" sz="2500" dirty="0"/>
              <a:t>Alchemist: </a:t>
            </a:r>
            <a:r>
              <a:rPr lang="nl-NL" sz="2500" dirty="0" err="1"/>
              <a:t>threat</a:t>
            </a:r>
            <a:r>
              <a:rPr lang="nl-NL" sz="2500" dirty="0"/>
              <a:t> </a:t>
            </a:r>
            <a:r>
              <a:rPr lang="nl-NL" sz="2500" dirty="0" err="1"/>
              <a:t>detection</a:t>
            </a:r>
            <a:r>
              <a:rPr lang="nl-NL" sz="2500" dirty="0"/>
              <a:t> system, alerts </a:t>
            </a:r>
            <a:r>
              <a:rPr lang="nl-NL" sz="2500" dirty="0" err="1"/>
              <a:t>for</a:t>
            </a:r>
            <a:r>
              <a:rPr lang="nl-NL" sz="2500" dirty="0"/>
              <a:t> </a:t>
            </a:r>
            <a:r>
              <a:rPr lang="nl-NL" sz="2500" dirty="0" err="1"/>
              <a:t>upcoming</a:t>
            </a:r>
            <a:r>
              <a:rPr lang="nl-NL" sz="2500" dirty="0"/>
              <a:t> attacks</a:t>
            </a:r>
          </a:p>
          <a:p>
            <a:pPr>
              <a:buFont typeface="Wingdings" panose="05000000000000000000" pitchFamily="2" charset="2"/>
              <a:buChar char="Ø"/>
            </a:pPr>
            <a:r>
              <a:rPr lang="nl-NL" sz="2500" dirty="0"/>
              <a:t>Lavender: pre-</a:t>
            </a:r>
            <a:r>
              <a:rPr lang="nl-NL" sz="2500" dirty="0" err="1"/>
              <a:t>selects</a:t>
            </a:r>
            <a:r>
              <a:rPr lang="nl-NL" sz="2500" dirty="0"/>
              <a:t> targets </a:t>
            </a:r>
            <a:r>
              <a:rPr lang="nl-NL" sz="2500" dirty="0" err="1"/>
              <a:t>based</a:t>
            </a:r>
            <a:r>
              <a:rPr lang="nl-NL" sz="2500" dirty="0"/>
              <a:t> </a:t>
            </a:r>
            <a:r>
              <a:rPr lang="nl-NL" sz="2500" dirty="0" err="1"/>
              <a:t>based</a:t>
            </a:r>
            <a:r>
              <a:rPr lang="nl-NL" sz="2500" dirty="0"/>
              <a:t> on </a:t>
            </a:r>
            <a:r>
              <a:rPr lang="nl-NL" sz="2500" dirty="0" err="1"/>
              <a:t>pattern</a:t>
            </a:r>
            <a:r>
              <a:rPr lang="nl-NL" sz="2500" dirty="0"/>
              <a:t> match</a:t>
            </a:r>
          </a:p>
          <a:p>
            <a:pPr>
              <a:buFont typeface="Wingdings" panose="05000000000000000000" pitchFamily="2" charset="2"/>
              <a:buChar char="Ø"/>
            </a:pPr>
            <a:r>
              <a:rPr lang="nl-NL" sz="2500" dirty="0"/>
              <a:t>Fire </a:t>
            </a:r>
            <a:r>
              <a:rPr lang="nl-NL" sz="2500" dirty="0" err="1"/>
              <a:t>Factory</a:t>
            </a:r>
            <a:r>
              <a:rPr lang="nl-NL" sz="2500" dirty="0"/>
              <a:t>: </a:t>
            </a:r>
            <a:r>
              <a:rPr lang="nl-NL" sz="2500" dirty="0" err="1"/>
              <a:t>allocation</a:t>
            </a:r>
            <a:r>
              <a:rPr lang="nl-NL" sz="2500" dirty="0"/>
              <a:t> of targets, </a:t>
            </a:r>
            <a:r>
              <a:rPr lang="nl-NL" sz="2500" dirty="0" err="1"/>
              <a:t>timelines</a:t>
            </a:r>
            <a:r>
              <a:rPr lang="nl-NL" sz="2500" dirty="0"/>
              <a:t> </a:t>
            </a:r>
            <a:r>
              <a:rPr lang="nl-NL" sz="2500" dirty="0" err="1"/>
              <a:t>proposals</a:t>
            </a:r>
            <a:r>
              <a:rPr lang="nl-NL" sz="2500" dirty="0"/>
              <a:t> </a:t>
            </a:r>
          </a:p>
          <a:p>
            <a:pPr>
              <a:buFont typeface="Wingdings" panose="05000000000000000000" pitchFamily="2" charset="2"/>
              <a:buChar char="Ø"/>
            </a:pPr>
            <a:r>
              <a:rPr lang="nl-NL" sz="2500" dirty="0" err="1"/>
              <a:t>Habsora</a:t>
            </a:r>
            <a:r>
              <a:rPr lang="nl-NL" sz="2500" dirty="0"/>
              <a:t>: </a:t>
            </a:r>
            <a:r>
              <a:rPr lang="nl-NL" sz="2500" dirty="0" err="1"/>
              <a:t>suggests</a:t>
            </a:r>
            <a:r>
              <a:rPr lang="nl-NL" sz="2500" dirty="0"/>
              <a:t> </a:t>
            </a:r>
            <a:r>
              <a:rPr lang="nl-NL" sz="2500" dirty="0" err="1"/>
              <a:t>appropriate</a:t>
            </a:r>
            <a:r>
              <a:rPr lang="nl-NL" sz="2500" dirty="0"/>
              <a:t> </a:t>
            </a:r>
            <a:r>
              <a:rPr lang="nl-NL" sz="2500" dirty="0" err="1"/>
              <a:t>weaponry</a:t>
            </a:r>
            <a:r>
              <a:rPr lang="nl-NL" sz="2500" dirty="0"/>
              <a:t> + </a:t>
            </a:r>
            <a:r>
              <a:rPr lang="nl-NL" sz="2500" dirty="0" err="1"/>
              <a:t>collatoral</a:t>
            </a:r>
            <a:r>
              <a:rPr lang="nl-NL" sz="2500" dirty="0"/>
              <a:t> </a:t>
            </a:r>
            <a:r>
              <a:rPr lang="nl-NL" sz="2500" dirty="0" err="1"/>
              <a:t>damage</a:t>
            </a:r>
            <a:endParaRPr lang="nl-NL" sz="2500" dirty="0"/>
          </a:p>
          <a:p>
            <a:pPr>
              <a:buFont typeface="Wingdings" panose="05000000000000000000" pitchFamily="2" charset="2"/>
              <a:buChar char="Ø"/>
            </a:pPr>
            <a:r>
              <a:rPr lang="nl-NL" sz="2500" dirty="0" err="1"/>
              <a:t>Where’s</a:t>
            </a:r>
            <a:r>
              <a:rPr lang="nl-NL" sz="2500" dirty="0"/>
              <a:t> </a:t>
            </a:r>
            <a:r>
              <a:rPr lang="nl-NL" sz="2500" dirty="0" err="1"/>
              <a:t>daddy</a:t>
            </a:r>
            <a:r>
              <a:rPr lang="nl-NL" sz="2500" dirty="0"/>
              <a:t>: </a:t>
            </a:r>
            <a:r>
              <a:rPr lang="nl-NL" sz="2500" dirty="0" err="1"/>
              <a:t>geo-spatial</a:t>
            </a:r>
            <a:r>
              <a:rPr lang="nl-NL" sz="2500" dirty="0"/>
              <a:t> </a:t>
            </a:r>
            <a:r>
              <a:rPr lang="nl-NL" sz="2500" dirty="0" err="1"/>
              <a:t>mapping</a:t>
            </a:r>
            <a:r>
              <a:rPr lang="nl-NL" sz="2500" dirty="0"/>
              <a:t> </a:t>
            </a:r>
            <a:r>
              <a:rPr lang="nl-NL" sz="2500" dirty="0" err="1"/>
              <a:t>cell</a:t>
            </a:r>
            <a:r>
              <a:rPr lang="nl-NL" sz="2500" dirty="0"/>
              <a:t> </a:t>
            </a:r>
            <a:r>
              <a:rPr lang="nl-NL" sz="2500" dirty="0" err="1"/>
              <a:t>tower</a:t>
            </a:r>
            <a:r>
              <a:rPr lang="nl-NL" sz="2500" dirty="0"/>
              <a:t> data + </a:t>
            </a:r>
            <a:r>
              <a:rPr lang="nl-NL" sz="2500" dirty="0" err="1"/>
              <a:t>phone</a:t>
            </a:r>
            <a:r>
              <a:rPr lang="nl-NL" sz="2500" dirty="0"/>
              <a:t> tracking</a:t>
            </a:r>
          </a:p>
          <a:p>
            <a:pPr marL="95250" indent="0">
              <a:buNone/>
            </a:pPr>
            <a:endParaRPr lang="nl-NL" sz="2200" dirty="0"/>
          </a:p>
          <a:p>
            <a:endParaRPr lang="nl-NL" sz="2200" dirty="0"/>
          </a:p>
          <a:p>
            <a:pPr marL="95250" indent="0">
              <a:buNone/>
            </a:pPr>
            <a:r>
              <a:rPr lang="nl-NL" sz="2200" i="1" dirty="0"/>
              <a:t>[information is </a:t>
            </a:r>
            <a:r>
              <a:rPr lang="nl-NL" sz="2200" i="1" dirty="0" err="1"/>
              <a:t>from</a:t>
            </a:r>
            <a:r>
              <a:rPr lang="nl-NL" sz="2200" i="1" dirty="0"/>
              <a:t> </a:t>
            </a:r>
            <a:r>
              <a:rPr lang="nl-NL" sz="2200" i="1" dirty="0" err="1"/>
              <a:t>unclassified</a:t>
            </a:r>
            <a:r>
              <a:rPr lang="nl-NL" sz="2200" i="1" dirty="0"/>
              <a:t> </a:t>
            </a:r>
            <a:r>
              <a:rPr lang="nl-NL" sz="2200" i="1" dirty="0" err="1"/>
              <a:t>publicly</a:t>
            </a:r>
            <a:r>
              <a:rPr lang="nl-NL" sz="2200" i="1" dirty="0"/>
              <a:t> </a:t>
            </a:r>
            <a:r>
              <a:rPr lang="nl-NL" sz="2200" i="1" dirty="0" err="1"/>
              <a:t>available</a:t>
            </a:r>
            <a:r>
              <a:rPr lang="nl-NL" sz="2200" i="1" dirty="0"/>
              <a:t> sources]</a:t>
            </a:r>
          </a:p>
        </p:txBody>
      </p:sp>
    </p:spTree>
    <p:extLst>
      <p:ext uri="{BB962C8B-B14F-4D97-AF65-F5344CB8AC3E}">
        <p14:creationId xmlns:p14="http://schemas.microsoft.com/office/powerpoint/2010/main" val="18146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28"/>
        <p:cNvGrpSpPr/>
        <p:nvPr/>
      </p:nvGrpSpPr>
      <p:grpSpPr>
        <a:xfrm>
          <a:off x="0" y="0"/>
          <a:ext cx="0" cy="0"/>
          <a:chOff x="0" y="0"/>
          <a:chExt cx="0" cy="0"/>
        </a:xfrm>
      </p:grpSpPr>
      <p:sp>
        <p:nvSpPr>
          <p:cNvPr id="4" name="Title 3">
            <a:extLst>
              <a:ext uri="{FF2B5EF4-FFF2-40B4-BE49-F238E27FC236}">
                <a16:creationId xmlns:a16="http://schemas.microsoft.com/office/drawing/2014/main" id="{D51DEA63-BDC2-F067-5995-43CBB95641FB}"/>
              </a:ext>
            </a:extLst>
          </p:cNvPr>
          <p:cNvSpPr>
            <a:spLocks noGrp="1"/>
          </p:cNvSpPr>
          <p:nvPr>
            <p:ph type="title"/>
          </p:nvPr>
        </p:nvSpPr>
        <p:spPr>
          <a:xfrm>
            <a:off x="0" y="185466"/>
            <a:ext cx="9144000" cy="1076457"/>
          </a:xfrm>
        </p:spPr>
        <p:txBody>
          <a:bodyPr>
            <a:noAutofit/>
          </a:bodyPr>
          <a:lstStyle/>
          <a:p>
            <a:pPr algn="ctr"/>
            <a:r>
              <a:rPr lang="en-US" sz="3000" dirty="0">
                <a:latin typeface="+mj-lt"/>
              </a:rPr>
              <a:t>		</a:t>
            </a:r>
            <a:br>
              <a:rPr lang="en-US" sz="3000" dirty="0">
                <a:latin typeface="+mj-lt"/>
              </a:rPr>
            </a:br>
            <a:br>
              <a:rPr lang="en-US" sz="3000" dirty="0">
                <a:latin typeface="+mj-lt"/>
              </a:rPr>
            </a:br>
            <a:br>
              <a:rPr lang="en-US" sz="3000" dirty="0">
                <a:latin typeface="+mj-lt"/>
              </a:rPr>
            </a:br>
            <a:br>
              <a:rPr lang="en-US" sz="3000" dirty="0">
                <a:latin typeface="+mj-lt"/>
              </a:rPr>
            </a:br>
            <a:br>
              <a:rPr lang="en-US" sz="3000" dirty="0">
                <a:latin typeface="+mj-lt"/>
              </a:rPr>
            </a:br>
            <a:r>
              <a:rPr lang="en-US" sz="3000" dirty="0">
                <a:latin typeface="+mj-lt"/>
              </a:rPr>
              <a:t>Reformational Philosophy: </a:t>
            </a:r>
            <a:br>
              <a:rPr lang="en-US" sz="3000" dirty="0">
                <a:latin typeface="+mj-lt"/>
              </a:rPr>
            </a:br>
            <a:r>
              <a:rPr lang="en-US" sz="3000" dirty="0">
                <a:latin typeface="+mj-lt"/>
              </a:rPr>
              <a:t>Herman </a:t>
            </a:r>
            <a:r>
              <a:rPr lang="en-US" sz="3000" dirty="0" err="1">
                <a:latin typeface="+mj-lt"/>
              </a:rPr>
              <a:t>Dooyeweerd</a:t>
            </a:r>
            <a:r>
              <a:rPr lang="en-US" sz="3000" dirty="0">
                <a:latin typeface="+mj-lt"/>
              </a:rPr>
              <a:t>  (1894-1977)</a:t>
            </a:r>
            <a:endParaRPr lang="en-AU" sz="3000" dirty="0">
              <a:latin typeface="+mj-lt"/>
            </a:endParaRPr>
          </a:p>
        </p:txBody>
      </p:sp>
      <p:sp>
        <p:nvSpPr>
          <p:cNvPr id="6" name="Picture Placeholder 5">
            <a:extLst>
              <a:ext uri="{FF2B5EF4-FFF2-40B4-BE49-F238E27FC236}">
                <a16:creationId xmlns:a16="http://schemas.microsoft.com/office/drawing/2014/main" id="{F33CA9B1-D86D-5957-7D11-6625A6040E4C}"/>
              </a:ext>
            </a:extLst>
          </p:cNvPr>
          <p:cNvSpPr>
            <a:spLocks noGrp="1"/>
          </p:cNvSpPr>
          <p:nvPr>
            <p:ph type="pic" idx="2"/>
          </p:nvPr>
        </p:nvSpPr>
        <p:spPr>
          <a:xfrm>
            <a:off x="5081168" y="1601390"/>
            <a:ext cx="3822849" cy="3655219"/>
          </a:xfrm>
          <a:ln>
            <a:solidFill>
              <a:schemeClr val="bg2"/>
            </a:solidFill>
          </a:ln>
        </p:spPr>
        <p:txBody>
          <a:bodyPr>
            <a:normAutofit/>
          </a:bodyPr>
          <a:lstStyle/>
          <a:p>
            <a:pPr marL="95250" indent="0">
              <a:buNone/>
            </a:pPr>
            <a:r>
              <a:rPr lang="en-US" sz="2250" dirty="0">
                <a:latin typeface="+mj-lt"/>
              </a:rPr>
              <a:t>"... the most original philosopher Holland has ever produced, even Spinoza not excepted."</a:t>
            </a:r>
          </a:p>
          <a:p>
            <a:endParaRPr lang="en-AU" sz="2250" dirty="0"/>
          </a:p>
          <a:p>
            <a:pPr marL="95250" indent="0">
              <a:buNone/>
            </a:pPr>
            <a:r>
              <a:rPr lang="en-AU" sz="1725" dirty="0"/>
              <a:t>(</a:t>
            </a:r>
            <a:r>
              <a:rPr lang="en-US" sz="1725" dirty="0">
                <a:latin typeface="+mj-lt"/>
              </a:rPr>
              <a:t>G.E. </a:t>
            </a:r>
            <a:r>
              <a:rPr lang="en-US" sz="1725" dirty="0" err="1">
                <a:latin typeface="+mj-lt"/>
              </a:rPr>
              <a:t>Langemeijer</a:t>
            </a:r>
            <a:r>
              <a:rPr lang="en-US" sz="1725" dirty="0">
                <a:latin typeface="+mj-lt"/>
              </a:rPr>
              <a:t>, chairman of the Royal Dutch Academy of Sciences, professor at the University of Leiden, and appellate attorney general, 1964)</a:t>
            </a:r>
          </a:p>
        </p:txBody>
      </p:sp>
      <p:pic>
        <p:nvPicPr>
          <p:cNvPr id="7" name="Picture 6">
            <a:extLst>
              <a:ext uri="{FF2B5EF4-FFF2-40B4-BE49-F238E27FC236}">
                <a16:creationId xmlns:a16="http://schemas.microsoft.com/office/drawing/2014/main" id="{9F57CE1B-EC65-D515-1410-90B50B7AC384}"/>
              </a:ext>
            </a:extLst>
          </p:cNvPr>
          <p:cNvPicPr>
            <a:picLocks noChangeAspect="1"/>
          </p:cNvPicPr>
          <p:nvPr/>
        </p:nvPicPr>
        <p:blipFill>
          <a:blip r:embed="rId3"/>
          <a:stretch>
            <a:fillRect/>
          </a:stretch>
        </p:blipFill>
        <p:spPr>
          <a:xfrm>
            <a:off x="415264" y="1261923"/>
            <a:ext cx="1369417" cy="1503583"/>
          </a:xfrm>
          <a:prstGeom prst="rect">
            <a:avLst/>
          </a:prstGeom>
        </p:spPr>
      </p:pic>
      <p:sp>
        <p:nvSpPr>
          <p:cNvPr id="8" name="Text Placeholder 7">
            <a:extLst>
              <a:ext uri="{FF2B5EF4-FFF2-40B4-BE49-F238E27FC236}">
                <a16:creationId xmlns:a16="http://schemas.microsoft.com/office/drawing/2014/main" id="{304D36F1-B4A8-1C5A-4D5B-7CA3719EA392}"/>
              </a:ext>
            </a:extLst>
          </p:cNvPr>
          <p:cNvSpPr>
            <a:spLocks noGrp="1"/>
          </p:cNvSpPr>
          <p:nvPr>
            <p:ph type="body" idx="1"/>
          </p:nvPr>
        </p:nvSpPr>
        <p:spPr>
          <a:xfrm>
            <a:off x="239983" y="3014895"/>
            <a:ext cx="3988653" cy="3843105"/>
          </a:xfrm>
        </p:spPr>
        <p:txBody>
          <a:bodyPr>
            <a:noAutofit/>
          </a:bodyPr>
          <a:lstStyle/>
          <a:p>
            <a:pPr marL="385763" indent="-214313">
              <a:buFont typeface="Arial" panose="020B0604020202020204" pitchFamily="34" charset="0"/>
              <a:buChar char="•"/>
            </a:pPr>
            <a:r>
              <a:rPr lang="nl-NL" sz="2000" dirty="0" err="1">
                <a:sym typeface="Wingdings" panose="05000000000000000000" pitchFamily="2" charset="2"/>
              </a:rPr>
              <a:t>All</a:t>
            </a:r>
            <a:r>
              <a:rPr lang="nl-NL" sz="2000" dirty="0">
                <a:sym typeface="Wingdings" panose="05000000000000000000" pitchFamily="2" charset="2"/>
              </a:rPr>
              <a:t> </a:t>
            </a:r>
            <a:r>
              <a:rPr lang="nl-NL" sz="2000" dirty="0" err="1">
                <a:sym typeface="Wingdings" panose="05000000000000000000" pitchFamily="2" charset="2"/>
              </a:rPr>
              <a:t>reality</a:t>
            </a:r>
            <a:r>
              <a:rPr lang="nl-NL" sz="2000" dirty="0">
                <a:sym typeface="Wingdings" panose="05000000000000000000" pitchFamily="2" charset="2"/>
              </a:rPr>
              <a:t> is </a:t>
            </a:r>
            <a:r>
              <a:rPr lang="nl-NL" sz="2000" dirty="0" err="1">
                <a:sym typeface="Wingdings" panose="05000000000000000000" pitchFamily="2" charset="2"/>
              </a:rPr>
              <a:t>God’s</a:t>
            </a:r>
            <a:r>
              <a:rPr lang="nl-NL" sz="2000" dirty="0">
                <a:sym typeface="Wingdings" panose="05000000000000000000" pitchFamily="2" charset="2"/>
              </a:rPr>
              <a:t> </a:t>
            </a:r>
            <a:r>
              <a:rPr lang="nl-NL" sz="2000" dirty="0" err="1">
                <a:sym typeface="Wingdings" panose="05000000000000000000" pitchFamily="2" charset="2"/>
              </a:rPr>
              <a:t>reality</a:t>
            </a:r>
            <a:endParaRPr lang="nl-NL" sz="2000" dirty="0">
              <a:sym typeface="Wingdings" panose="05000000000000000000" pitchFamily="2" charset="2"/>
            </a:endParaRPr>
          </a:p>
          <a:p>
            <a:pPr marL="385763" indent="-214313">
              <a:buFont typeface="Arial" panose="020B0604020202020204" pitchFamily="34" charset="0"/>
              <a:buChar char="•"/>
            </a:pPr>
            <a:r>
              <a:rPr lang="nl-NL" sz="2000" dirty="0" err="1">
                <a:sym typeface="Wingdings" panose="05000000000000000000" pitchFamily="2" charset="2"/>
              </a:rPr>
              <a:t>Everyday</a:t>
            </a:r>
            <a:r>
              <a:rPr lang="nl-NL" sz="2000" dirty="0">
                <a:sym typeface="Wingdings" panose="05000000000000000000" pitchFamily="2" charset="2"/>
              </a:rPr>
              <a:t> </a:t>
            </a:r>
            <a:r>
              <a:rPr lang="nl-NL" sz="2000" dirty="0" err="1">
                <a:sym typeface="Wingdings" panose="05000000000000000000" pitchFamily="2" charset="2"/>
              </a:rPr>
              <a:t>kowledge</a:t>
            </a:r>
            <a:r>
              <a:rPr lang="nl-NL" sz="2000" dirty="0">
                <a:sym typeface="Wingdings" panose="05000000000000000000" pitchFamily="2" charset="2"/>
              </a:rPr>
              <a:t> is </a:t>
            </a:r>
            <a:r>
              <a:rPr lang="nl-NL" sz="2000" dirty="0" err="1">
                <a:sym typeface="Wingdings" panose="05000000000000000000" pitchFamily="2" charset="2"/>
              </a:rPr>
              <a:t>not</a:t>
            </a:r>
            <a:r>
              <a:rPr lang="nl-NL" sz="2000" dirty="0">
                <a:sym typeface="Wingdings" panose="05000000000000000000" pitchFamily="2" charset="2"/>
              </a:rPr>
              <a:t> of </a:t>
            </a:r>
            <a:r>
              <a:rPr lang="nl-NL" sz="2000" dirty="0" err="1">
                <a:sym typeface="Wingdings" panose="05000000000000000000" pitchFamily="2" charset="2"/>
              </a:rPr>
              <a:t>lesser</a:t>
            </a:r>
            <a:r>
              <a:rPr lang="nl-NL" sz="2000" dirty="0">
                <a:sym typeface="Wingdings" panose="05000000000000000000" pitchFamily="2" charset="2"/>
              </a:rPr>
              <a:t> </a:t>
            </a:r>
            <a:r>
              <a:rPr lang="nl-NL" sz="2000" dirty="0" err="1">
                <a:sym typeface="Wingdings" panose="05000000000000000000" pitchFamily="2" charset="2"/>
              </a:rPr>
              <a:t>value</a:t>
            </a:r>
            <a:r>
              <a:rPr lang="nl-NL" sz="2000" dirty="0">
                <a:sym typeface="Wingdings" panose="05000000000000000000" pitchFamily="2" charset="2"/>
              </a:rPr>
              <a:t> </a:t>
            </a:r>
            <a:r>
              <a:rPr lang="nl-NL" sz="2000" dirty="0" err="1">
                <a:sym typeface="Wingdings" panose="05000000000000000000" pitchFamily="2" charset="2"/>
              </a:rPr>
              <a:t>than</a:t>
            </a:r>
            <a:r>
              <a:rPr lang="nl-NL" sz="2000" dirty="0">
                <a:sym typeface="Wingdings" panose="05000000000000000000" pitchFamily="2" charset="2"/>
              </a:rPr>
              <a:t> </a:t>
            </a:r>
            <a:r>
              <a:rPr lang="nl-NL" sz="2000" dirty="0" err="1">
                <a:sym typeface="Wingdings" panose="05000000000000000000" pitchFamily="2" charset="2"/>
              </a:rPr>
              <a:t>theoretical</a:t>
            </a:r>
            <a:r>
              <a:rPr lang="nl-NL" sz="2000" dirty="0">
                <a:sym typeface="Wingdings" panose="05000000000000000000" pitchFamily="2" charset="2"/>
              </a:rPr>
              <a:t> </a:t>
            </a:r>
            <a:r>
              <a:rPr lang="nl-NL" sz="2000" dirty="0" err="1">
                <a:sym typeface="Wingdings" panose="05000000000000000000" pitchFamily="2" charset="2"/>
              </a:rPr>
              <a:t>knowledge</a:t>
            </a:r>
            <a:r>
              <a:rPr lang="nl-NL" sz="2000" dirty="0">
                <a:sym typeface="Wingdings" panose="05000000000000000000" pitchFamily="2" charset="2"/>
              </a:rPr>
              <a:t>
</a:t>
            </a:r>
            <a:r>
              <a:rPr lang="nl-NL" sz="2000" dirty="0" err="1">
                <a:sym typeface="Wingdings" panose="05000000000000000000" pitchFamily="2" charset="2"/>
              </a:rPr>
              <a:t>All</a:t>
            </a:r>
            <a:r>
              <a:rPr lang="nl-NL" sz="2000" dirty="0">
                <a:sym typeface="Wingdings" panose="05000000000000000000" pitchFamily="2" charset="2"/>
              </a:rPr>
              <a:t> </a:t>
            </a:r>
            <a:r>
              <a:rPr lang="nl-NL" sz="2000" dirty="0" err="1">
                <a:sym typeface="Wingdings" panose="05000000000000000000" pitchFamily="2" charset="2"/>
              </a:rPr>
              <a:t>theoretical</a:t>
            </a:r>
            <a:r>
              <a:rPr lang="nl-NL" sz="2000" dirty="0">
                <a:sym typeface="Wingdings" panose="05000000000000000000" pitchFamily="2" charset="2"/>
              </a:rPr>
              <a:t> thinking has a </a:t>
            </a:r>
            <a:r>
              <a:rPr lang="nl-NL" sz="2000" dirty="0" err="1">
                <a:sym typeface="Wingdings" panose="05000000000000000000" pitchFamily="2" charset="2"/>
              </a:rPr>
              <a:t>religious</a:t>
            </a:r>
            <a:r>
              <a:rPr lang="nl-NL" sz="2000" dirty="0">
                <a:sym typeface="Wingdings" panose="05000000000000000000" pitchFamily="2" charset="2"/>
              </a:rPr>
              <a:t> root</a:t>
            </a:r>
          </a:p>
          <a:p>
            <a:pPr marL="385763" indent="-214313">
              <a:buFont typeface="Arial" panose="020B0604020202020204" pitchFamily="34" charset="0"/>
              <a:buChar char="•"/>
            </a:pPr>
            <a:r>
              <a:rPr lang="nl-NL" sz="2000" dirty="0" err="1">
                <a:sym typeface="Wingdings" panose="05000000000000000000" pitchFamily="2" charset="2"/>
              </a:rPr>
              <a:t>Ground</a:t>
            </a:r>
            <a:r>
              <a:rPr lang="nl-NL" sz="2000" dirty="0">
                <a:sym typeface="Wingdings" panose="05000000000000000000" pitchFamily="2" charset="2"/>
              </a:rPr>
              <a:t> </a:t>
            </a:r>
            <a:r>
              <a:rPr lang="nl-NL" sz="2000" dirty="0" err="1">
                <a:sym typeface="Wingdings" panose="05000000000000000000" pitchFamily="2" charset="2"/>
              </a:rPr>
              <a:t>motives</a:t>
            </a:r>
            <a:r>
              <a:rPr lang="nl-NL" sz="2000" dirty="0">
                <a:sym typeface="Wingdings" panose="05000000000000000000" pitchFamily="2" charset="2"/>
              </a:rPr>
              <a:t> in </a:t>
            </a:r>
            <a:r>
              <a:rPr lang="nl-NL" sz="2000" dirty="0" err="1">
                <a:sym typeface="Wingdings" panose="05000000000000000000" pitchFamily="2" charset="2"/>
              </a:rPr>
              <a:t>history</a:t>
            </a:r>
            <a:r>
              <a:rPr lang="nl-NL" sz="2000" dirty="0">
                <a:sym typeface="Wingdings" panose="05000000000000000000" pitchFamily="2" charset="2"/>
              </a:rPr>
              <a:t> of </a:t>
            </a:r>
            <a:r>
              <a:rPr lang="nl-NL" sz="2000" dirty="0" err="1">
                <a:sym typeface="Wingdings" panose="05000000000000000000" pitchFamily="2" charset="2"/>
              </a:rPr>
              <a:t>philosophy</a:t>
            </a:r>
            <a:endParaRPr lang="nl-NL" sz="2000" dirty="0">
              <a:sym typeface="Wingdings" panose="05000000000000000000" pitchFamily="2" charset="2"/>
            </a:endParaRPr>
          </a:p>
          <a:p>
            <a:pPr marL="385763" indent="-214313">
              <a:buFont typeface="Arial" panose="020B0604020202020204" pitchFamily="34" charset="0"/>
              <a:buChar char="•"/>
            </a:pPr>
            <a:r>
              <a:rPr lang="nl-NL" sz="2000" dirty="0">
                <a:sym typeface="Wingdings" panose="05000000000000000000" pitchFamily="2" charset="2"/>
              </a:rPr>
              <a:t>non-</a:t>
            </a:r>
            <a:r>
              <a:rPr lang="nl-NL" sz="2000" dirty="0" err="1">
                <a:sym typeface="Wingdings" panose="05000000000000000000" pitchFamily="2" charset="2"/>
              </a:rPr>
              <a:t>reductionistic</a:t>
            </a:r>
            <a:r>
              <a:rPr lang="nl-NL" sz="2000" dirty="0">
                <a:sym typeface="Wingdings" panose="05000000000000000000" pitchFamily="2" charset="2"/>
              </a:rPr>
              <a:t> </a:t>
            </a:r>
            <a:r>
              <a:rPr lang="nl-NL" sz="2000" dirty="0" err="1">
                <a:sym typeface="Wingdings" panose="05000000000000000000" pitchFamily="2" charset="2"/>
              </a:rPr>
              <a:t>theory</a:t>
            </a:r>
            <a:r>
              <a:rPr lang="nl-NL" sz="2000" dirty="0">
                <a:sym typeface="Wingdings" panose="05000000000000000000" pitchFamily="2" charset="2"/>
              </a:rPr>
              <a:t> of </a:t>
            </a:r>
            <a:r>
              <a:rPr lang="nl-NL" sz="2000" dirty="0" err="1">
                <a:sym typeface="Wingdings" panose="05000000000000000000" pitchFamily="2" charset="2"/>
              </a:rPr>
              <a:t>reality</a:t>
            </a:r>
            <a:r>
              <a:rPr lang="nl-NL" sz="2000" dirty="0">
                <a:sym typeface="Wingdings" panose="05000000000000000000" pitchFamily="2" charset="2"/>
              </a:rPr>
              <a:t>: </a:t>
            </a:r>
            <a:r>
              <a:rPr lang="nl-NL" sz="2000" dirty="0" err="1">
                <a:sym typeface="Wingdings" panose="05000000000000000000" pitchFamily="2" charset="2"/>
              </a:rPr>
              <a:t>modal</a:t>
            </a:r>
            <a:r>
              <a:rPr lang="nl-NL" sz="2000" dirty="0">
                <a:sym typeface="Wingdings" panose="05000000000000000000" pitchFamily="2" charset="2"/>
              </a:rPr>
              <a:t> </a:t>
            </a:r>
            <a:r>
              <a:rPr lang="nl-NL" sz="2000" dirty="0" err="1">
                <a:sym typeface="Wingdings" panose="05000000000000000000" pitchFamily="2" charset="2"/>
              </a:rPr>
              <a:t>aspects</a:t>
            </a:r>
            <a:endParaRPr lang="nl-NL" sz="2000" dirty="0">
              <a:sym typeface="Wingdings" panose="05000000000000000000" pitchFamily="2" charset="2"/>
            </a:endParaRPr>
          </a:p>
          <a:p>
            <a:pPr marL="171450" indent="0"/>
            <a:endParaRPr lang="en-AU" sz="2000" dirty="0"/>
          </a:p>
        </p:txBody>
      </p:sp>
      <p:sp>
        <p:nvSpPr>
          <p:cNvPr id="2" name="Rechthoek 1">
            <a:extLst>
              <a:ext uri="{FF2B5EF4-FFF2-40B4-BE49-F238E27FC236}">
                <a16:creationId xmlns:a16="http://schemas.microsoft.com/office/drawing/2014/main" id="{3C8C17BA-1D21-3B81-D58A-A9EB84ED3E7B}"/>
              </a:ext>
            </a:extLst>
          </p:cNvPr>
          <p:cNvSpPr/>
          <p:nvPr/>
        </p:nvSpPr>
        <p:spPr>
          <a:xfrm>
            <a:off x="415264" y="5682977"/>
            <a:ext cx="3813372" cy="780453"/>
          </a:xfrm>
          <a:prstGeom prst="rect">
            <a:avLst/>
          </a:prstGeom>
          <a:noFill/>
          <a:ln w="762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550605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9DDB6798-D5C7-3444-A2A2-287EF2253A4D}"/>
              </a:ext>
            </a:extLst>
          </p:cNvPr>
          <p:cNvSpPr>
            <a:spLocks noGrp="1"/>
          </p:cNvSpPr>
          <p:nvPr>
            <p:ph type="title"/>
          </p:nvPr>
        </p:nvSpPr>
        <p:spPr/>
        <p:txBody>
          <a:bodyPr/>
          <a:lstStyle/>
          <a:p>
            <a:r>
              <a:rPr lang="nl-NL" sz="3600" dirty="0">
                <a:sym typeface="Wingdings" panose="05000000000000000000" pitchFamily="2" charset="2"/>
              </a:rPr>
              <a:t>
</a:t>
            </a:r>
            <a:r>
              <a:rPr lang="nl-NL" sz="3600" dirty="0" err="1">
                <a:sym typeface="Wingdings" panose="05000000000000000000" pitchFamily="2" charset="2"/>
              </a:rPr>
              <a:t>Naive</a:t>
            </a:r>
            <a:r>
              <a:rPr lang="nl-NL" sz="3600" dirty="0">
                <a:sym typeface="Wingdings" panose="05000000000000000000" pitchFamily="2" charset="2"/>
              </a:rPr>
              <a:t> </a:t>
            </a:r>
            <a:r>
              <a:rPr lang="nl-NL" sz="3600" dirty="0" err="1">
                <a:sym typeface="Wingdings" panose="05000000000000000000" pitchFamily="2" charset="2"/>
              </a:rPr>
              <a:t>experience</a:t>
            </a:r>
            <a:r>
              <a:rPr lang="nl-NL" sz="3600" dirty="0">
                <a:sym typeface="Wingdings" panose="05000000000000000000" pitchFamily="2" charset="2"/>
              </a:rPr>
              <a:t> is </a:t>
            </a:r>
            <a:r>
              <a:rPr lang="nl-NL" sz="3600" dirty="0" err="1">
                <a:sym typeface="Wingdings" panose="05000000000000000000" pitchFamily="2" charset="2"/>
              </a:rPr>
              <a:t>experience</a:t>
            </a:r>
            <a:r>
              <a:rPr lang="nl-NL" sz="3600" dirty="0">
                <a:sym typeface="Wingdings" panose="05000000000000000000" pitchFamily="2" charset="2"/>
              </a:rPr>
              <a:t> of ‘</a:t>
            </a:r>
            <a:r>
              <a:rPr lang="nl-NL" sz="3600" dirty="0" err="1">
                <a:sym typeface="Wingdings" panose="05000000000000000000" pitchFamily="2" charset="2"/>
              </a:rPr>
              <a:t>wholes</a:t>
            </a:r>
            <a:r>
              <a:rPr lang="nl-NL" sz="3600" dirty="0">
                <a:sym typeface="Wingdings" panose="05000000000000000000" pitchFamily="2" charset="2"/>
              </a:rPr>
              <a:t>’</a:t>
            </a:r>
            <a:endParaRPr lang="nl-NL" dirty="0"/>
          </a:p>
        </p:txBody>
      </p:sp>
      <p:sp>
        <p:nvSpPr>
          <p:cNvPr id="11" name="Tijdelijke aanduiding voor tekst 10">
            <a:extLst>
              <a:ext uri="{FF2B5EF4-FFF2-40B4-BE49-F238E27FC236}">
                <a16:creationId xmlns:a16="http://schemas.microsoft.com/office/drawing/2014/main" id="{0DD707C7-32D6-8C24-1232-05A8D7EEDEA3}"/>
              </a:ext>
            </a:extLst>
          </p:cNvPr>
          <p:cNvSpPr>
            <a:spLocks noGrp="1"/>
          </p:cNvSpPr>
          <p:nvPr>
            <p:ph type="body" idx="1"/>
          </p:nvPr>
        </p:nvSpPr>
        <p:spPr/>
        <p:txBody>
          <a:bodyPr/>
          <a:lstStyle/>
          <a:p>
            <a:endParaRPr lang="nl-NL" dirty="0"/>
          </a:p>
        </p:txBody>
      </p:sp>
      <p:pic>
        <p:nvPicPr>
          <p:cNvPr id="9" name="Afbeelding 8" descr="Afbeelding met cirkel, Kleurrijkheid, compactdisk&#10;&#10;Door AI gegenereerde inhoud is mogelijk onjuist.">
            <a:extLst>
              <a:ext uri="{FF2B5EF4-FFF2-40B4-BE49-F238E27FC236}">
                <a16:creationId xmlns:a16="http://schemas.microsoft.com/office/drawing/2014/main" id="{D21854CD-42EF-E00A-4FCC-6BBCEB6E0F85}"/>
              </a:ext>
            </a:extLst>
          </p:cNvPr>
          <p:cNvPicPr>
            <a:picLocks noChangeAspect="1"/>
          </p:cNvPicPr>
          <p:nvPr/>
        </p:nvPicPr>
        <p:blipFill>
          <a:blip r:embed="rId2"/>
          <a:srcRect b="12483"/>
          <a:stretch>
            <a:fillRect/>
          </a:stretch>
        </p:blipFill>
        <p:spPr>
          <a:xfrm>
            <a:off x="0" y="1800616"/>
            <a:ext cx="8989260" cy="3560524"/>
          </a:xfrm>
          <a:prstGeom prst="rect">
            <a:avLst/>
          </a:prstGeom>
        </p:spPr>
      </p:pic>
      <p:sp>
        <p:nvSpPr>
          <p:cNvPr id="13" name="Tekstvak 12">
            <a:extLst>
              <a:ext uri="{FF2B5EF4-FFF2-40B4-BE49-F238E27FC236}">
                <a16:creationId xmlns:a16="http://schemas.microsoft.com/office/drawing/2014/main" id="{E5DEB016-18C2-1446-62C5-77E9AD7C1E3D}"/>
              </a:ext>
            </a:extLst>
          </p:cNvPr>
          <p:cNvSpPr txBox="1"/>
          <p:nvPr/>
        </p:nvSpPr>
        <p:spPr>
          <a:xfrm>
            <a:off x="2496595" y="5361140"/>
            <a:ext cx="2204581" cy="477054"/>
          </a:xfrm>
          <a:prstGeom prst="rect">
            <a:avLst/>
          </a:prstGeom>
          <a:noFill/>
        </p:spPr>
        <p:txBody>
          <a:bodyPr wrap="square" rtlCol="0">
            <a:spAutoFit/>
          </a:bodyPr>
          <a:lstStyle/>
          <a:p>
            <a:r>
              <a:rPr lang="nl-NL" sz="2500" dirty="0" err="1">
                <a:latin typeface="Calibri" panose="020F0502020204030204" pitchFamily="34" charset="0"/>
                <a:ea typeface="Calibri" panose="020F0502020204030204" pitchFamily="34" charset="0"/>
                <a:cs typeface="Calibri" panose="020F0502020204030204" pitchFamily="34" charset="0"/>
              </a:rPr>
              <a:t>Unity</a:t>
            </a:r>
            <a:r>
              <a:rPr lang="nl-NL" sz="2500" dirty="0"/>
              <a:t> </a:t>
            </a:r>
          </a:p>
        </p:txBody>
      </p:sp>
      <p:sp>
        <p:nvSpPr>
          <p:cNvPr id="14" name="Tekstvak 13">
            <a:extLst>
              <a:ext uri="{FF2B5EF4-FFF2-40B4-BE49-F238E27FC236}">
                <a16:creationId xmlns:a16="http://schemas.microsoft.com/office/drawing/2014/main" id="{8832427C-7A39-1359-7274-32419A3BC023}"/>
              </a:ext>
            </a:extLst>
          </p:cNvPr>
          <p:cNvSpPr txBox="1"/>
          <p:nvPr/>
        </p:nvSpPr>
        <p:spPr>
          <a:xfrm>
            <a:off x="5282069" y="5361140"/>
            <a:ext cx="2204581" cy="430887"/>
          </a:xfrm>
          <a:prstGeom prst="rect">
            <a:avLst/>
          </a:prstGeom>
          <a:noFill/>
        </p:spPr>
        <p:txBody>
          <a:bodyPr wrap="square" rtlCol="0">
            <a:spAutoFit/>
          </a:bodyPr>
          <a:lstStyle/>
          <a:p>
            <a:r>
              <a:rPr lang="nl-NL" sz="2200" dirty="0" err="1"/>
              <a:t>Diversity</a:t>
            </a:r>
            <a:r>
              <a:rPr lang="nl-NL" sz="2200" dirty="0"/>
              <a:t> </a:t>
            </a:r>
          </a:p>
        </p:txBody>
      </p:sp>
    </p:spTree>
    <p:extLst>
      <p:ext uri="{BB962C8B-B14F-4D97-AF65-F5344CB8AC3E}">
        <p14:creationId xmlns:p14="http://schemas.microsoft.com/office/powerpoint/2010/main" val="3436053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CE6FFA-49AE-A8EF-9DC5-4970F1E45F22}"/>
              </a:ext>
            </a:extLst>
          </p:cNvPr>
          <p:cNvSpPr>
            <a:spLocks noGrp="1"/>
          </p:cNvSpPr>
          <p:nvPr>
            <p:ph type="title"/>
          </p:nvPr>
        </p:nvSpPr>
        <p:spPr/>
        <p:txBody>
          <a:bodyPr/>
          <a:lstStyle/>
          <a:p>
            <a:r>
              <a:rPr lang="nl-NL" dirty="0"/>
              <a:t>15 </a:t>
            </a:r>
            <a:r>
              <a:rPr lang="nl-NL" dirty="0" err="1"/>
              <a:t>Modal</a:t>
            </a:r>
            <a:r>
              <a:rPr lang="nl-NL" dirty="0"/>
              <a:t> </a:t>
            </a:r>
            <a:r>
              <a:rPr lang="nl-NL" dirty="0" err="1"/>
              <a:t>Aspects</a:t>
            </a:r>
            <a:r>
              <a:rPr lang="nl-NL" dirty="0"/>
              <a:t>: </a:t>
            </a:r>
            <a:r>
              <a:rPr lang="nl-NL" dirty="0" err="1"/>
              <a:t>Ways</a:t>
            </a:r>
            <a:r>
              <a:rPr lang="nl-NL" dirty="0"/>
              <a:t> of </a:t>
            </a:r>
            <a:r>
              <a:rPr lang="nl-NL" dirty="0" err="1"/>
              <a:t>being</a:t>
            </a:r>
            <a:r>
              <a:rPr lang="nl-NL" dirty="0"/>
              <a:t> </a:t>
            </a:r>
            <a:r>
              <a:rPr lang="nl-NL" dirty="0" err="1"/>
              <a:t>meaningful</a:t>
            </a:r>
            <a:r>
              <a:rPr lang="nl-NL" dirty="0"/>
              <a:t> </a:t>
            </a:r>
          </a:p>
        </p:txBody>
      </p:sp>
      <p:pic>
        <p:nvPicPr>
          <p:cNvPr id="4" name="Afbeelding 3" descr="Afbeelding met tekst, cirkel, compactdisk&#10;&#10;Door AI gegenereerde inhoud is mogelijk onjuist.">
            <a:extLst>
              <a:ext uri="{FF2B5EF4-FFF2-40B4-BE49-F238E27FC236}">
                <a16:creationId xmlns:a16="http://schemas.microsoft.com/office/drawing/2014/main" id="{01984ED7-2526-0199-6628-6F73BA849A74}"/>
              </a:ext>
            </a:extLst>
          </p:cNvPr>
          <p:cNvPicPr>
            <a:picLocks noChangeAspect="1"/>
          </p:cNvPicPr>
          <p:nvPr/>
        </p:nvPicPr>
        <p:blipFill>
          <a:blip r:embed="rId2"/>
          <a:stretch>
            <a:fillRect/>
          </a:stretch>
        </p:blipFill>
        <p:spPr>
          <a:xfrm>
            <a:off x="1055853" y="1384935"/>
            <a:ext cx="6832839" cy="5277168"/>
          </a:xfrm>
          <a:prstGeom prst="rect">
            <a:avLst/>
          </a:prstGeom>
        </p:spPr>
      </p:pic>
    </p:spTree>
    <p:extLst>
      <p:ext uri="{BB962C8B-B14F-4D97-AF65-F5344CB8AC3E}">
        <p14:creationId xmlns:p14="http://schemas.microsoft.com/office/powerpoint/2010/main" val="3891627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93B4E5-09E6-5A6A-0E5A-B44B6EFC7555}"/>
              </a:ext>
            </a:extLst>
          </p:cNvPr>
          <p:cNvPicPr>
            <a:picLocks noChangeAspect="1"/>
          </p:cNvPicPr>
          <p:nvPr/>
        </p:nvPicPr>
        <p:blipFill>
          <a:blip r:embed="rId3"/>
          <a:stretch>
            <a:fillRect/>
          </a:stretch>
        </p:blipFill>
        <p:spPr>
          <a:xfrm>
            <a:off x="0" y="857250"/>
            <a:ext cx="5361140" cy="5616432"/>
          </a:xfrm>
          <a:prstGeom prst="rect">
            <a:avLst/>
          </a:prstGeom>
        </p:spPr>
      </p:pic>
      <p:sp>
        <p:nvSpPr>
          <p:cNvPr id="8" name="Title 7">
            <a:extLst>
              <a:ext uri="{FF2B5EF4-FFF2-40B4-BE49-F238E27FC236}">
                <a16:creationId xmlns:a16="http://schemas.microsoft.com/office/drawing/2014/main" id="{649EF0D9-A9CB-3C3F-D5AC-E150AA5C7967}"/>
              </a:ext>
            </a:extLst>
          </p:cNvPr>
          <p:cNvSpPr>
            <a:spLocks noGrp="1"/>
          </p:cNvSpPr>
          <p:nvPr>
            <p:ph type="title"/>
          </p:nvPr>
        </p:nvSpPr>
        <p:spPr>
          <a:xfrm>
            <a:off x="5644368" y="225109"/>
            <a:ext cx="3829448" cy="994172"/>
          </a:xfrm>
        </p:spPr>
        <p:txBody>
          <a:bodyPr>
            <a:normAutofit fontScale="90000"/>
          </a:bodyPr>
          <a:lstStyle/>
          <a:p>
            <a:r>
              <a:rPr lang="en-AU" dirty="0">
                <a:solidFill>
                  <a:schemeClr val="accent1"/>
                </a:solidFill>
              </a:rPr>
              <a:t> “Law-spheres”</a:t>
            </a:r>
            <a:br>
              <a:rPr lang="en-AU" dirty="0">
                <a:solidFill>
                  <a:schemeClr val="accent1"/>
                </a:solidFill>
              </a:rPr>
            </a:br>
            <a:endParaRPr lang="en-AU" dirty="0">
              <a:solidFill>
                <a:schemeClr val="accent1"/>
              </a:solidFill>
            </a:endParaRPr>
          </a:p>
        </p:txBody>
      </p:sp>
      <p:sp>
        <p:nvSpPr>
          <p:cNvPr id="9" name="Text Placeholder 8">
            <a:extLst>
              <a:ext uri="{FF2B5EF4-FFF2-40B4-BE49-F238E27FC236}">
                <a16:creationId xmlns:a16="http://schemas.microsoft.com/office/drawing/2014/main" id="{0F915DB6-598E-1A12-C1D2-B7411FC5FDD6}"/>
              </a:ext>
            </a:extLst>
          </p:cNvPr>
          <p:cNvSpPr>
            <a:spLocks noGrp="1"/>
          </p:cNvSpPr>
          <p:nvPr>
            <p:ph type="body" idx="1"/>
          </p:nvPr>
        </p:nvSpPr>
        <p:spPr>
          <a:xfrm>
            <a:off x="5644368" y="981274"/>
            <a:ext cx="3169431" cy="1446014"/>
          </a:xfrm>
          <a:custGeom>
            <a:avLst/>
            <a:gdLst>
              <a:gd name="csX0" fmla="*/ 0 w 3169431"/>
              <a:gd name="csY0" fmla="*/ 0 h 1446014"/>
              <a:gd name="csX1" fmla="*/ 697275 w 3169431"/>
              <a:gd name="csY1" fmla="*/ 0 h 1446014"/>
              <a:gd name="csX2" fmla="*/ 1267772 w 3169431"/>
              <a:gd name="csY2" fmla="*/ 0 h 1446014"/>
              <a:gd name="csX3" fmla="*/ 1806576 w 3169431"/>
              <a:gd name="csY3" fmla="*/ 0 h 1446014"/>
              <a:gd name="csX4" fmla="*/ 2440462 w 3169431"/>
              <a:gd name="csY4" fmla="*/ 0 h 1446014"/>
              <a:gd name="csX5" fmla="*/ 3169431 w 3169431"/>
              <a:gd name="csY5" fmla="*/ 0 h 1446014"/>
              <a:gd name="csX6" fmla="*/ 3169431 w 3169431"/>
              <a:gd name="csY6" fmla="*/ 482005 h 1446014"/>
              <a:gd name="csX7" fmla="*/ 3169431 w 3169431"/>
              <a:gd name="csY7" fmla="*/ 992930 h 1446014"/>
              <a:gd name="csX8" fmla="*/ 3169431 w 3169431"/>
              <a:gd name="csY8" fmla="*/ 1446014 h 1446014"/>
              <a:gd name="csX9" fmla="*/ 2630628 w 3169431"/>
              <a:gd name="csY9" fmla="*/ 1446014 h 1446014"/>
              <a:gd name="csX10" fmla="*/ 1996742 w 3169431"/>
              <a:gd name="csY10" fmla="*/ 1446014 h 1446014"/>
              <a:gd name="csX11" fmla="*/ 1394550 w 3169431"/>
              <a:gd name="csY11" fmla="*/ 1446014 h 1446014"/>
              <a:gd name="csX12" fmla="*/ 697275 w 3169431"/>
              <a:gd name="csY12" fmla="*/ 1446014 h 1446014"/>
              <a:gd name="csX13" fmla="*/ 0 w 3169431"/>
              <a:gd name="csY13" fmla="*/ 1446014 h 1446014"/>
              <a:gd name="csX14" fmla="*/ 0 w 3169431"/>
              <a:gd name="csY14" fmla="*/ 949549 h 1446014"/>
              <a:gd name="csX15" fmla="*/ 0 w 3169431"/>
              <a:gd name="csY15" fmla="*/ 496465 h 1446014"/>
              <a:gd name="csX16" fmla="*/ 0 w 3169431"/>
              <a:gd name="csY16" fmla="*/ 0 h 1446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69431" h="1446014" extrusionOk="0">
                <a:moveTo>
                  <a:pt x="0" y="0"/>
                </a:moveTo>
                <a:cubicBezTo>
                  <a:pt x="344553" y="319"/>
                  <a:pt x="427821" y="9783"/>
                  <a:pt x="697275" y="0"/>
                </a:cubicBezTo>
                <a:cubicBezTo>
                  <a:pt x="966729" y="-9783"/>
                  <a:pt x="1122978" y="5121"/>
                  <a:pt x="1267772" y="0"/>
                </a:cubicBezTo>
                <a:cubicBezTo>
                  <a:pt x="1412566" y="-5121"/>
                  <a:pt x="1681672" y="-21044"/>
                  <a:pt x="1806576" y="0"/>
                </a:cubicBezTo>
                <a:cubicBezTo>
                  <a:pt x="1931480" y="21044"/>
                  <a:pt x="2130907" y="-27697"/>
                  <a:pt x="2440462" y="0"/>
                </a:cubicBezTo>
                <a:cubicBezTo>
                  <a:pt x="2750017" y="27697"/>
                  <a:pt x="2948535" y="-22708"/>
                  <a:pt x="3169431" y="0"/>
                </a:cubicBezTo>
                <a:cubicBezTo>
                  <a:pt x="3190594" y="199231"/>
                  <a:pt x="3146401" y="352708"/>
                  <a:pt x="3169431" y="482005"/>
                </a:cubicBezTo>
                <a:cubicBezTo>
                  <a:pt x="3192461" y="611303"/>
                  <a:pt x="3155986" y="839333"/>
                  <a:pt x="3169431" y="992930"/>
                </a:cubicBezTo>
                <a:cubicBezTo>
                  <a:pt x="3182876" y="1146528"/>
                  <a:pt x="3174186" y="1297371"/>
                  <a:pt x="3169431" y="1446014"/>
                </a:cubicBezTo>
                <a:cubicBezTo>
                  <a:pt x="2900411" y="1433553"/>
                  <a:pt x="2833251" y="1472280"/>
                  <a:pt x="2630628" y="1446014"/>
                </a:cubicBezTo>
                <a:cubicBezTo>
                  <a:pt x="2428005" y="1419748"/>
                  <a:pt x="2272580" y="1436482"/>
                  <a:pt x="1996742" y="1446014"/>
                </a:cubicBezTo>
                <a:cubicBezTo>
                  <a:pt x="1720904" y="1455546"/>
                  <a:pt x="1613219" y="1458285"/>
                  <a:pt x="1394550" y="1446014"/>
                </a:cubicBezTo>
                <a:cubicBezTo>
                  <a:pt x="1175881" y="1433743"/>
                  <a:pt x="957163" y="1442223"/>
                  <a:pt x="697275" y="1446014"/>
                </a:cubicBezTo>
                <a:cubicBezTo>
                  <a:pt x="437387" y="1449805"/>
                  <a:pt x="253601" y="1438307"/>
                  <a:pt x="0" y="1446014"/>
                </a:cubicBezTo>
                <a:cubicBezTo>
                  <a:pt x="-3928" y="1283596"/>
                  <a:pt x="8630" y="1163399"/>
                  <a:pt x="0" y="949549"/>
                </a:cubicBezTo>
                <a:cubicBezTo>
                  <a:pt x="-8630" y="735699"/>
                  <a:pt x="-13478" y="716271"/>
                  <a:pt x="0" y="496465"/>
                </a:cubicBezTo>
                <a:cubicBezTo>
                  <a:pt x="13478" y="276659"/>
                  <a:pt x="18060" y="205182"/>
                  <a:pt x="0" y="0"/>
                </a:cubicBezTo>
                <a:close/>
              </a:path>
            </a:pathLst>
          </a:custGeom>
          <a:ln w="76200">
            <a:solidFill>
              <a:schemeClr val="accent1">
                <a:lumMod val="60000"/>
                <a:lumOff val="40000"/>
              </a:schemeClr>
            </a:solidFill>
            <a:extLst>
              <a:ext uri="{C807C97D-BFC1-408E-A445-0C87EB9F89A2}">
                <ask:lineSketchStyleProps xmlns:ask="http://schemas.microsoft.com/office/drawing/2018/sketchyshapes" sd="1790963755">
                  <ask:type>
                    <ask:lineSketchFreehand/>
                  </ask:type>
                </ask:lineSketchStyleProps>
              </a:ext>
            </a:extLst>
          </a:ln>
        </p:spPr>
        <p:txBody>
          <a:bodyPr>
            <a:normAutofit/>
          </a:bodyPr>
          <a:lstStyle/>
          <a:p>
            <a:pPr marL="38100" indent="0">
              <a:buNone/>
            </a:pPr>
            <a:r>
              <a:rPr lang="nl-NL" b="1" dirty="0" err="1"/>
              <a:t>Normativity</a:t>
            </a:r>
            <a:r>
              <a:rPr lang="nl-NL" dirty="0"/>
              <a:t>: </a:t>
            </a:r>
            <a:r>
              <a:rPr lang="nl-NL" dirty="0" err="1"/>
              <a:t>aspectual</a:t>
            </a:r>
            <a:r>
              <a:rPr lang="nl-NL" dirty="0"/>
              <a:t> </a:t>
            </a:r>
            <a:r>
              <a:rPr lang="nl-NL" dirty="0" err="1"/>
              <a:t>norms</a:t>
            </a:r>
            <a:r>
              <a:rPr lang="nl-NL" dirty="0"/>
              <a:t> </a:t>
            </a:r>
            <a:r>
              <a:rPr lang="nl-NL" dirty="0" err="1"/>
              <a:t>define</a:t>
            </a:r>
            <a:r>
              <a:rPr lang="nl-NL" dirty="0"/>
              <a:t> </a:t>
            </a:r>
            <a:r>
              <a:rPr lang="nl-NL" dirty="0" err="1"/>
              <a:t>ways</a:t>
            </a:r>
            <a:r>
              <a:rPr lang="nl-NL" dirty="0"/>
              <a:t> in </a:t>
            </a:r>
            <a:r>
              <a:rPr lang="nl-NL" dirty="0" err="1"/>
              <a:t>which</a:t>
            </a:r>
            <a:r>
              <a:rPr lang="nl-NL" dirty="0"/>
              <a:t> </a:t>
            </a:r>
            <a:r>
              <a:rPr lang="nl-NL" dirty="0" err="1"/>
              <a:t>things</a:t>
            </a:r>
            <a:r>
              <a:rPr lang="nl-NL" dirty="0"/>
              <a:t> </a:t>
            </a:r>
            <a:r>
              <a:rPr lang="nl-NL" dirty="0" err="1"/>
              <a:t>can</a:t>
            </a:r>
            <a:r>
              <a:rPr lang="nl-NL" dirty="0"/>
              <a:t> </a:t>
            </a:r>
            <a:r>
              <a:rPr lang="nl-NL" dirty="0" err="1"/>
              <a:t>be</a:t>
            </a:r>
            <a:r>
              <a:rPr lang="nl-NL" dirty="0"/>
              <a:t> </a:t>
            </a:r>
            <a:r>
              <a:rPr lang="nl-NL" dirty="0" err="1">
                <a:solidFill>
                  <a:srgbClr val="00B050"/>
                </a:solidFill>
              </a:rPr>
              <a:t>good</a:t>
            </a:r>
            <a:r>
              <a:rPr lang="nl-NL" dirty="0"/>
              <a:t> or </a:t>
            </a:r>
            <a:r>
              <a:rPr lang="nl-NL" dirty="0">
                <a:solidFill>
                  <a:srgbClr val="FF0000"/>
                </a:solidFill>
              </a:rPr>
              <a:t>bad</a:t>
            </a:r>
            <a:endParaRPr lang="en-AU" dirty="0">
              <a:solidFill>
                <a:srgbClr val="0070C0"/>
              </a:solidFill>
            </a:endParaRPr>
          </a:p>
        </p:txBody>
      </p:sp>
      <p:cxnSp>
        <p:nvCxnSpPr>
          <p:cNvPr id="6" name="Straight Connector 5">
            <a:extLst>
              <a:ext uri="{FF2B5EF4-FFF2-40B4-BE49-F238E27FC236}">
                <a16:creationId xmlns:a16="http://schemas.microsoft.com/office/drawing/2014/main" id="{C3867945-08BB-28AA-49E5-9091194DDA43}"/>
              </a:ext>
            </a:extLst>
          </p:cNvPr>
          <p:cNvCxnSpPr>
            <a:cxnSpLocks/>
          </p:cNvCxnSpPr>
          <p:nvPr/>
        </p:nvCxnSpPr>
        <p:spPr>
          <a:xfrm>
            <a:off x="147485" y="4559096"/>
            <a:ext cx="4669013" cy="0"/>
          </a:xfrm>
          <a:prstGeom prst="line">
            <a:avLst/>
          </a:prstGeom>
          <a:ln w="57150">
            <a:solidFill>
              <a:schemeClr val="accent4">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4EA72151-9902-4997-AA51-3A11FC581410}"/>
              </a:ext>
            </a:extLst>
          </p:cNvPr>
          <p:cNvSpPr txBox="1">
            <a:spLocks/>
          </p:cNvSpPr>
          <p:nvPr/>
        </p:nvSpPr>
        <p:spPr>
          <a:xfrm>
            <a:off x="-1515363" y="-52640"/>
            <a:ext cx="772022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nl-NL" dirty="0" err="1"/>
              <a:t>Aspects</a:t>
            </a:r>
            <a:endParaRPr lang="nl-NL" dirty="0"/>
          </a:p>
        </p:txBody>
      </p:sp>
      <p:sp>
        <p:nvSpPr>
          <p:cNvPr id="3" name="Tekstvak 2">
            <a:extLst>
              <a:ext uri="{FF2B5EF4-FFF2-40B4-BE49-F238E27FC236}">
                <a16:creationId xmlns:a16="http://schemas.microsoft.com/office/drawing/2014/main" id="{73585970-2A23-EB46-7191-7FF2E195E8B2}"/>
              </a:ext>
            </a:extLst>
          </p:cNvPr>
          <p:cNvSpPr txBox="1"/>
          <p:nvPr/>
        </p:nvSpPr>
        <p:spPr>
          <a:xfrm>
            <a:off x="2680570" y="6550223"/>
            <a:ext cx="3249608" cy="307777"/>
          </a:xfrm>
          <a:prstGeom prst="rect">
            <a:avLst/>
          </a:prstGeom>
          <a:noFill/>
        </p:spPr>
        <p:txBody>
          <a:bodyPr wrap="none" rtlCol="0">
            <a:spAutoFit/>
          </a:bodyPr>
          <a:lstStyle/>
          <a:p>
            <a:r>
              <a:rPr lang="nl-NL" dirty="0"/>
              <a:t>Visuals: </a:t>
            </a:r>
            <a:r>
              <a:rPr lang="nl-NL" dirty="0" err="1"/>
              <a:t>courtesy</a:t>
            </a:r>
            <a:r>
              <a:rPr lang="nl-NL" dirty="0"/>
              <a:t> of </a:t>
            </a:r>
            <a:r>
              <a:rPr lang="nl-NL" dirty="0" err="1"/>
              <a:t>Mamello</a:t>
            </a:r>
            <a:r>
              <a:rPr lang="nl-NL" dirty="0"/>
              <a:t> </a:t>
            </a:r>
            <a:r>
              <a:rPr lang="nl-NL" dirty="0" err="1"/>
              <a:t>Thinyane</a:t>
            </a:r>
            <a:endParaRPr lang="nl-NL" dirty="0"/>
          </a:p>
        </p:txBody>
      </p:sp>
      <p:sp>
        <p:nvSpPr>
          <p:cNvPr id="4" name="Text Placeholder 8">
            <a:extLst>
              <a:ext uri="{FF2B5EF4-FFF2-40B4-BE49-F238E27FC236}">
                <a16:creationId xmlns:a16="http://schemas.microsoft.com/office/drawing/2014/main" id="{41830ABF-3539-F412-B030-07C588BCAD6D}"/>
              </a:ext>
            </a:extLst>
          </p:cNvPr>
          <p:cNvSpPr txBox="1">
            <a:spLocks/>
          </p:cNvSpPr>
          <p:nvPr/>
        </p:nvSpPr>
        <p:spPr>
          <a:xfrm>
            <a:off x="5644368" y="3004471"/>
            <a:ext cx="3249608" cy="1446014"/>
          </a:xfrm>
          <a:custGeom>
            <a:avLst/>
            <a:gdLst>
              <a:gd name="csX0" fmla="*/ 0 w 3249608"/>
              <a:gd name="csY0" fmla="*/ 0 h 1446014"/>
              <a:gd name="csX1" fmla="*/ 714914 w 3249608"/>
              <a:gd name="csY1" fmla="*/ 0 h 1446014"/>
              <a:gd name="csX2" fmla="*/ 1299843 w 3249608"/>
              <a:gd name="csY2" fmla="*/ 0 h 1446014"/>
              <a:gd name="csX3" fmla="*/ 1852277 w 3249608"/>
              <a:gd name="csY3" fmla="*/ 0 h 1446014"/>
              <a:gd name="csX4" fmla="*/ 2502198 w 3249608"/>
              <a:gd name="csY4" fmla="*/ 0 h 1446014"/>
              <a:gd name="csX5" fmla="*/ 3249608 w 3249608"/>
              <a:gd name="csY5" fmla="*/ 0 h 1446014"/>
              <a:gd name="csX6" fmla="*/ 3249608 w 3249608"/>
              <a:gd name="csY6" fmla="*/ 482005 h 1446014"/>
              <a:gd name="csX7" fmla="*/ 3249608 w 3249608"/>
              <a:gd name="csY7" fmla="*/ 992930 h 1446014"/>
              <a:gd name="csX8" fmla="*/ 3249608 w 3249608"/>
              <a:gd name="csY8" fmla="*/ 1446014 h 1446014"/>
              <a:gd name="csX9" fmla="*/ 2697175 w 3249608"/>
              <a:gd name="csY9" fmla="*/ 1446014 h 1446014"/>
              <a:gd name="csX10" fmla="*/ 2047253 w 3249608"/>
              <a:gd name="csY10" fmla="*/ 1446014 h 1446014"/>
              <a:gd name="csX11" fmla="*/ 1429828 w 3249608"/>
              <a:gd name="csY11" fmla="*/ 1446014 h 1446014"/>
              <a:gd name="csX12" fmla="*/ 714914 w 3249608"/>
              <a:gd name="csY12" fmla="*/ 1446014 h 1446014"/>
              <a:gd name="csX13" fmla="*/ 0 w 3249608"/>
              <a:gd name="csY13" fmla="*/ 1446014 h 1446014"/>
              <a:gd name="csX14" fmla="*/ 0 w 3249608"/>
              <a:gd name="csY14" fmla="*/ 949549 h 1446014"/>
              <a:gd name="csX15" fmla="*/ 0 w 3249608"/>
              <a:gd name="csY15" fmla="*/ 496465 h 1446014"/>
              <a:gd name="csX16" fmla="*/ 0 w 3249608"/>
              <a:gd name="csY16" fmla="*/ 0 h 1446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9608" h="1446014" extrusionOk="0">
                <a:moveTo>
                  <a:pt x="0" y="0"/>
                </a:moveTo>
                <a:cubicBezTo>
                  <a:pt x="270293" y="-33303"/>
                  <a:pt x="415482" y="-28863"/>
                  <a:pt x="714914" y="0"/>
                </a:cubicBezTo>
                <a:cubicBezTo>
                  <a:pt x="1014346" y="28863"/>
                  <a:pt x="1175685" y="25659"/>
                  <a:pt x="1299843" y="0"/>
                </a:cubicBezTo>
                <a:cubicBezTo>
                  <a:pt x="1424001" y="-25659"/>
                  <a:pt x="1685547" y="11612"/>
                  <a:pt x="1852277" y="0"/>
                </a:cubicBezTo>
                <a:cubicBezTo>
                  <a:pt x="2019007" y="-11612"/>
                  <a:pt x="2207419" y="-23396"/>
                  <a:pt x="2502198" y="0"/>
                </a:cubicBezTo>
                <a:cubicBezTo>
                  <a:pt x="2796977" y="23396"/>
                  <a:pt x="2992991" y="-11712"/>
                  <a:pt x="3249608" y="0"/>
                </a:cubicBezTo>
                <a:cubicBezTo>
                  <a:pt x="3270771" y="199231"/>
                  <a:pt x="3226578" y="352708"/>
                  <a:pt x="3249608" y="482005"/>
                </a:cubicBezTo>
                <a:cubicBezTo>
                  <a:pt x="3272638" y="611303"/>
                  <a:pt x="3236163" y="839333"/>
                  <a:pt x="3249608" y="992930"/>
                </a:cubicBezTo>
                <a:cubicBezTo>
                  <a:pt x="3263053" y="1146528"/>
                  <a:pt x="3254363" y="1297371"/>
                  <a:pt x="3249608" y="1446014"/>
                </a:cubicBezTo>
                <a:cubicBezTo>
                  <a:pt x="3096094" y="1419244"/>
                  <a:pt x="2859204" y="1424244"/>
                  <a:pt x="2697175" y="1446014"/>
                </a:cubicBezTo>
                <a:cubicBezTo>
                  <a:pt x="2535146" y="1467784"/>
                  <a:pt x="2191772" y="1416538"/>
                  <a:pt x="2047253" y="1446014"/>
                </a:cubicBezTo>
                <a:cubicBezTo>
                  <a:pt x="1902734" y="1475490"/>
                  <a:pt x="1554897" y="1425398"/>
                  <a:pt x="1429828" y="1446014"/>
                </a:cubicBezTo>
                <a:cubicBezTo>
                  <a:pt x="1304759" y="1466630"/>
                  <a:pt x="874652" y="1413119"/>
                  <a:pt x="714914" y="1446014"/>
                </a:cubicBezTo>
                <a:cubicBezTo>
                  <a:pt x="555176" y="1478909"/>
                  <a:pt x="210500" y="1446299"/>
                  <a:pt x="0" y="1446014"/>
                </a:cubicBezTo>
                <a:cubicBezTo>
                  <a:pt x="-3928" y="1283596"/>
                  <a:pt x="8630" y="1163399"/>
                  <a:pt x="0" y="949549"/>
                </a:cubicBezTo>
                <a:cubicBezTo>
                  <a:pt x="-8630" y="735699"/>
                  <a:pt x="-13478" y="716271"/>
                  <a:pt x="0" y="496465"/>
                </a:cubicBezTo>
                <a:cubicBezTo>
                  <a:pt x="13478" y="276659"/>
                  <a:pt x="18060" y="205182"/>
                  <a:pt x="0" y="0"/>
                </a:cubicBezTo>
                <a:close/>
              </a:path>
            </a:pathLst>
          </a:custGeom>
          <a:noFill/>
          <a:ln w="76200">
            <a:solidFill>
              <a:schemeClr val="accent1">
                <a:lumMod val="60000"/>
                <a:lumOff val="40000"/>
              </a:schemeClr>
            </a:solidFill>
            <a:extLst>
              <a:ext uri="{C807C97D-BFC1-408E-A445-0C87EB9F89A2}">
                <ask:lineSketchStyleProps xmlns:ask="http://schemas.microsoft.com/office/drawing/2018/sketchyshapes" sd="1790963755">
                  <a:prstGeom prst="rect">
                    <a:avLst/>
                  </a:prstGeom>
                  <ask:type>
                    <ask:lineSketchFreehand/>
                  </ask:type>
                </ask:lineSketchStyleProps>
              </a:ext>
            </a:extLst>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342900" marR="0" lvl="0" indent="-30480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Arial"/>
                <a:ea typeface="Arial"/>
                <a:cs typeface="Arial"/>
                <a:sym typeface="Arial"/>
              </a:defRPr>
            </a:lvl1pPr>
            <a:lvl2pPr marL="685800" marR="0" lvl="1" indent="-285750"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Arial"/>
                <a:ea typeface="Arial"/>
                <a:cs typeface="Arial"/>
                <a:sym typeface="Arial"/>
              </a:defRPr>
            </a:lvl2pPr>
            <a:lvl3pPr marL="1028700" marR="0" lvl="2" indent="-266700"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pPr marL="38100" indent="0">
              <a:buFont typeface="Arial"/>
              <a:buNone/>
            </a:pPr>
            <a:r>
              <a:rPr lang="nl-NL" b="1" dirty="0" err="1"/>
              <a:t>Irreducibility</a:t>
            </a:r>
            <a:r>
              <a:rPr lang="nl-NL" b="1" dirty="0"/>
              <a:t>:</a:t>
            </a:r>
            <a:r>
              <a:rPr lang="nl-NL" dirty="0"/>
              <a:t> </a:t>
            </a:r>
            <a:r>
              <a:rPr lang="nl-NL" dirty="0" err="1"/>
              <a:t>norms</a:t>
            </a:r>
            <a:r>
              <a:rPr lang="nl-NL" dirty="0"/>
              <a:t> </a:t>
            </a:r>
            <a:r>
              <a:rPr lang="nl-NL" dirty="0" err="1"/>
              <a:t>that</a:t>
            </a:r>
            <a:r>
              <a:rPr lang="nl-NL" dirty="0"/>
              <a:t> </a:t>
            </a:r>
            <a:r>
              <a:rPr lang="nl-NL" dirty="0" err="1"/>
              <a:t>hold</a:t>
            </a:r>
            <a:r>
              <a:rPr lang="nl-NL" dirty="0"/>
              <a:t> </a:t>
            </a:r>
            <a:r>
              <a:rPr lang="nl-NL" dirty="0" err="1"/>
              <a:t>for</a:t>
            </a:r>
            <a:r>
              <a:rPr lang="nl-NL" dirty="0"/>
              <a:t> </a:t>
            </a:r>
            <a:r>
              <a:rPr lang="nl-NL" dirty="0" err="1"/>
              <a:t>one</a:t>
            </a:r>
            <a:r>
              <a:rPr lang="nl-NL" dirty="0"/>
              <a:t> aspect are </a:t>
            </a:r>
            <a:r>
              <a:rPr lang="nl-NL" dirty="0" err="1"/>
              <a:t>not</a:t>
            </a:r>
            <a:r>
              <a:rPr lang="nl-NL" dirty="0"/>
              <a:t> </a:t>
            </a:r>
            <a:r>
              <a:rPr lang="nl-NL" dirty="0" err="1"/>
              <a:t>reducible</a:t>
            </a:r>
            <a:r>
              <a:rPr lang="nl-NL" dirty="0"/>
              <a:t> </a:t>
            </a:r>
            <a:r>
              <a:rPr lang="nl-NL" dirty="0" err="1"/>
              <a:t>to</a:t>
            </a:r>
            <a:r>
              <a:rPr lang="nl-NL" dirty="0"/>
              <a:t> </a:t>
            </a:r>
            <a:r>
              <a:rPr lang="nl-NL" dirty="0" err="1"/>
              <a:t>the</a:t>
            </a:r>
            <a:r>
              <a:rPr lang="nl-NL" dirty="0"/>
              <a:t> </a:t>
            </a:r>
            <a:r>
              <a:rPr lang="nl-NL" dirty="0" err="1"/>
              <a:t>norms</a:t>
            </a:r>
            <a:r>
              <a:rPr lang="nl-NL" dirty="0"/>
              <a:t> of </a:t>
            </a:r>
            <a:r>
              <a:rPr lang="nl-NL" dirty="0" err="1"/>
              <a:t>another</a:t>
            </a:r>
            <a:r>
              <a:rPr lang="nl-NL" dirty="0"/>
              <a:t> aspect</a:t>
            </a:r>
            <a:endParaRPr lang="en-AU" dirty="0">
              <a:solidFill>
                <a:srgbClr val="0070C0"/>
              </a:solidFill>
            </a:endParaRPr>
          </a:p>
        </p:txBody>
      </p:sp>
      <p:sp>
        <p:nvSpPr>
          <p:cNvPr id="10" name="Text Placeholder 8">
            <a:extLst>
              <a:ext uri="{FF2B5EF4-FFF2-40B4-BE49-F238E27FC236}">
                <a16:creationId xmlns:a16="http://schemas.microsoft.com/office/drawing/2014/main" id="{F5B90CC1-7865-6401-324C-8D48AA21D927}"/>
              </a:ext>
            </a:extLst>
          </p:cNvPr>
          <p:cNvSpPr txBox="1">
            <a:spLocks/>
          </p:cNvSpPr>
          <p:nvPr/>
        </p:nvSpPr>
        <p:spPr>
          <a:xfrm>
            <a:off x="5644368" y="5027668"/>
            <a:ext cx="3249608" cy="1446014"/>
          </a:xfrm>
          <a:custGeom>
            <a:avLst/>
            <a:gdLst>
              <a:gd name="csX0" fmla="*/ 0 w 3249608"/>
              <a:gd name="csY0" fmla="*/ 0 h 1446014"/>
              <a:gd name="csX1" fmla="*/ 714914 w 3249608"/>
              <a:gd name="csY1" fmla="*/ 0 h 1446014"/>
              <a:gd name="csX2" fmla="*/ 1299843 w 3249608"/>
              <a:gd name="csY2" fmla="*/ 0 h 1446014"/>
              <a:gd name="csX3" fmla="*/ 1852277 w 3249608"/>
              <a:gd name="csY3" fmla="*/ 0 h 1446014"/>
              <a:gd name="csX4" fmla="*/ 2502198 w 3249608"/>
              <a:gd name="csY4" fmla="*/ 0 h 1446014"/>
              <a:gd name="csX5" fmla="*/ 3249608 w 3249608"/>
              <a:gd name="csY5" fmla="*/ 0 h 1446014"/>
              <a:gd name="csX6" fmla="*/ 3249608 w 3249608"/>
              <a:gd name="csY6" fmla="*/ 482005 h 1446014"/>
              <a:gd name="csX7" fmla="*/ 3249608 w 3249608"/>
              <a:gd name="csY7" fmla="*/ 992930 h 1446014"/>
              <a:gd name="csX8" fmla="*/ 3249608 w 3249608"/>
              <a:gd name="csY8" fmla="*/ 1446014 h 1446014"/>
              <a:gd name="csX9" fmla="*/ 2697175 w 3249608"/>
              <a:gd name="csY9" fmla="*/ 1446014 h 1446014"/>
              <a:gd name="csX10" fmla="*/ 2047253 w 3249608"/>
              <a:gd name="csY10" fmla="*/ 1446014 h 1446014"/>
              <a:gd name="csX11" fmla="*/ 1429828 w 3249608"/>
              <a:gd name="csY11" fmla="*/ 1446014 h 1446014"/>
              <a:gd name="csX12" fmla="*/ 714914 w 3249608"/>
              <a:gd name="csY12" fmla="*/ 1446014 h 1446014"/>
              <a:gd name="csX13" fmla="*/ 0 w 3249608"/>
              <a:gd name="csY13" fmla="*/ 1446014 h 1446014"/>
              <a:gd name="csX14" fmla="*/ 0 w 3249608"/>
              <a:gd name="csY14" fmla="*/ 949549 h 1446014"/>
              <a:gd name="csX15" fmla="*/ 0 w 3249608"/>
              <a:gd name="csY15" fmla="*/ 496465 h 1446014"/>
              <a:gd name="csX16" fmla="*/ 0 w 3249608"/>
              <a:gd name="csY16" fmla="*/ 0 h 1446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9608" h="1446014" extrusionOk="0">
                <a:moveTo>
                  <a:pt x="0" y="0"/>
                </a:moveTo>
                <a:cubicBezTo>
                  <a:pt x="270293" y="-33303"/>
                  <a:pt x="415482" y="-28863"/>
                  <a:pt x="714914" y="0"/>
                </a:cubicBezTo>
                <a:cubicBezTo>
                  <a:pt x="1014346" y="28863"/>
                  <a:pt x="1175685" y="25659"/>
                  <a:pt x="1299843" y="0"/>
                </a:cubicBezTo>
                <a:cubicBezTo>
                  <a:pt x="1424001" y="-25659"/>
                  <a:pt x="1685547" y="11612"/>
                  <a:pt x="1852277" y="0"/>
                </a:cubicBezTo>
                <a:cubicBezTo>
                  <a:pt x="2019007" y="-11612"/>
                  <a:pt x="2207419" y="-23396"/>
                  <a:pt x="2502198" y="0"/>
                </a:cubicBezTo>
                <a:cubicBezTo>
                  <a:pt x="2796977" y="23396"/>
                  <a:pt x="2992991" y="-11712"/>
                  <a:pt x="3249608" y="0"/>
                </a:cubicBezTo>
                <a:cubicBezTo>
                  <a:pt x="3270771" y="199231"/>
                  <a:pt x="3226578" y="352708"/>
                  <a:pt x="3249608" y="482005"/>
                </a:cubicBezTo>
                <a:cubicBezTo>
                  <a:pt x="3272638" y="611303"/>
                  <a:pt x="3236163" y="839333"/>
                  <a:pt x="3249608" y="992930"/>
                </a:cubicBezTo>
                <a:cubicBezTo>
                  <a:pt x="3263053" y="1146528"/>
                  <a:pt x="3254363" y="1297371"/>
                  <a:pt x="3249608" y="1446014"/>
                </a:cubicBezTo>
                <a:cubicBezTo>
                  <a:pt x="3096094" y="1419244"/>
                  <a:pt x="2859204" y="1424244"/>
                  <a:pt x="2697175" y="1446014"/>
                </a:cubicBezTo>
                <a:cubicBezTo>
                  <a:pt x="2535146" y="1467784"/>
                  <a:pt x="2191772" y="1416538"/>
                  <a:pt x="2047253" y="1446014"/>
                </a:cubicBezTo>
                <a:cubicBezTo>
                  <a:pt x="1902734" y="1475490"/>
                  <a:pt x="1554897" y="1425398"/>
                  <a:pt x="1429828" y="1446014"/>
                </a:cubicBezTo>
                <a:cubicBezTo>
                  <a:pt x="1304759" y="1466630"/>
                  <a:pt x="874652" y="1413119"/>
                  <a:pt x="714914" y="1446014"/>
                </a:cubicBezTo>
                <a:cubicBezTo>
                  <a:pt x="555176" y="1478909"/>
                  <a:pt x="210500" y="1446299"/>
                  <a:pt x="0" y="1446014"/>
                </a:cubicBezTo>
                <a:cubicBezTo>
                  <a:pt x="-3928" y="1283596"/>
                  <a:pt x="8630" y="1163399"/>
                  <a:pt x="0" y="949549"/>
                </a:cubicBezTo>
                <a:cubicBezTo>
                  <a:pt x="-8630" y="735699"/>
                  <a:pt x="-13478" y="716271"/>
                  <a:pt x="0" y="496465"/>
                </a:cubicBezTo>
                <a:cubicBezTo>
                  <a:pt x="13478" y="276659"/>
                  <a:pt x="18060" y="205182"/>
                  <a:pt x="0" y="0"/>
                </a:cubicBezTo>
                <a:close/>
              </a:path>
            </a:pathLst>
          </a:custGeom>
          <a:noFill/>
          <a:ln w="76200">
            <a:solidFill>
              <a:schemeClr val="accent1">
                <a:lumMod val="60000"/>
                <a:lumOff val="40000"/>
              </a:schemeClr>
            </a:solidFill>
            <a:extLst>
              <a:ext uri="{C807C97D-BFC1-408E-A445-0C87EB9F89A2}">
                <ask:lineSketchStyleProps xmlns:ask="http://schemas.microsoft.com/office/drawing/2018/sketchyshapes" sd="1790963755">
                  <a:prstGeom prst="rect">
                    <a:avLst/>
                  </a:prstGeom>
                  <ask:type>
                    <ask:lineSketchFreehand/>
                  </ask:type>
                </ask:lineSketchStyleProps>
              </a:ext>
            </a:extLst>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342900" marR="0" lvl="0" indent="-30480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Arial"/>
                <a:ea typeface="Arial"/>
                <a:cs typeface="Arial"/>
                <a:sym typeface="Arial"/>
              </a:defRPr>
            </a:lvl1pPr>
            <a:lvl2pPr marL="685800" marR="0" lvl="1" indent="-285750"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Arial"/>
                <a:ea typeface="Arial"/>
                <a:cs typeface="Arial"/>
                <a:sym typeface="Arial"/>
              </a:defRPr>
            </a:lvl2pPr>
            <a:lvl3pPr marL="1028700" marR="0" lvl="2" indent="-266700"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Arial"/>
                <a:ea typeface="Arial"/>
                <a:cs typeface="Arial"/>
                <a:sym typeface="Arial"/>
              </a:defRPr>
            </a:lvl3pPr>
            <a:lvl4pPr marL="1371600" marR="0" lvl="3"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Arial"/>
                <a:ea typeface="Arial"/>
                <a:cs typeface="Arial"/>
                <a:sym typeface="Arial"/>
              </a:defRPr>
            </a:lvl4pPr>
            <a:lvl5pPr marL="1714500" marR="0" lvl="4"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Arial"/>
                <a:ea typeface="Arial"/>
                <a:cs typeface="Arial"/>
                <a:sym typeface="Arial"/>
              </a:defRPr>
            </a:lvl5pPr>
            <a:lvl6pPr marL="2057400" marR="0" lvl="5"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pPr marL="38100" indent="0">
              <a:buFont typeface="Arial"/>
              <a:buNone/>
            </a:pPr>
            <a:r>
              <a:rPr lang="en-AU" b="1" dirty="0">
                <a:solidFill>
                  <a:schemeClr val="tx1"/>
                </a:solidFill>
              </a:rPr>
              <a:t>Retro/Anticipations:</a:t>
            </a:r>
          </a:p>
          <a:p>
            <a:pPr marL="38100" indent="0">
              <a:buFont typeface="Arial"/>
              <a:buNone/>
            </a:pPr>
            <a:r>
              <a:rPr lang="en-AU" dirty="0">
                <a:solidFill>
                  <a:schemeClr val="tx1"/>
                </a:solidFill>
              </a:rPr>
              <a:t>aspects refer back and forward and assume earlier aspects</a:t>
            </a:r>
          </a:p>
        </p:txBody>
      </p:sp>
    </p:spTree>
    <p:extLst>
      <p:ext uri="{BB962C8B-B14F-4D97-AF65-F5344CB8AC3E}">
        <p14:creationId xmlns:p14="http://schemas.microsoft.com/office/powerpoint/2010/main" val="13417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6E6601-3391-2964-E482-D7F13071AD60}"/>
              </a:ext>
            </a:extLst>
          </p:cNvPr>
          <p:cNvSpPr>
            <a:spLocks noGrp="1"/>
          </p:cNvSpPr>
          <p:nvPr>
            <p:ph type="title"/>
          </p:nvPr>
        </p:nvSpPr>
        <p:spPr/>
        <p:txBody>
          <a:bodyPr/>
          <a:lstStyle/>
          <a:p>
            <a:r>
              <a:rPr lang="nl-NL" dirty="0" err="1"/>
              <a:t>Evaluate</a:t>
            </a:r>
            <a:r>
              <a:rPr lang="nl-NL" dirty="0"/>
              <a:t> Lavender </a:t>
            </a:r>
            <a:r>
              <a:rPr lang="nl-NL" dirty="0" err="1"/>
              <a:t>against</a:t>
            </a:r>
            <a:r>
              <a:rPr lang="nl-NL" dirty="0"/>
              <a:t> </a:t>
            </a:r>
            <a:r>
              <a:rPr lang="nl-NL" dirty="0" err="1"/>
              <a:t>aspects</a:t>
            </a:r>
            <a:r>
              <a:rPr lang="nl-NL" dirty="0"/>
              <a:t>:</a:t>
            </a:r>
          </a:p>
        </p:txBody>
      </p:sp>
      <p:sp>
        <p:nvSpPr>
          <p:cNvPr id="3" name="Tijdelijke aanduiding voor tekst 2">
            <a:extLst>
              <a:ext uri="{FF2B5EF4-FFF2-40B4-BE49-F238E27FC236}">
                <a16:creationId xmlns:a16="http://schemas.microsoft.com/office/drawing/2014/main" id="{B5668644-1F46-E5AA-C841-A47665916DFD}"/>
              </a:ext>
            </a:extLst>
          </p:cNvPr>
          <p:cNvSpPr>
            <a:spLocks noGrp="1"/>
          </p:cNvSpPr>
          <p:nvPr>
            <p:ph type="body" idx="10"/>
          </p:nvPr>
        </p:nvSpPr>
        <p:spPr/>
        <p:txBody>
          <a:bodyPr>
            <a:noAutofit/>
          </a:bodyPr>
          <a:lstStyle/>
          <a:p>
            <a:endParaRPr lang="nl-NL" dirty="0"/>
          </a:p>
          <a:p>
            <a:r>
              <a:rPr lang="nl-NL" b="1" dirty="0" err="1"/>
              <a:t>Numerical</a:t>
            </a:r>
            <a:r>
              <a:rPr lang="nl-NL" b="1" dirty="0"/>
              <a:t>:</a:t>
            </a:r>
            <a:r>
              <a:rPr lang="nl-NL" dirty="0"/>
              <a:t> </a:t>
            </a:r>
            <a:r>
              <a:rPr lang="nl-NL" dirty="0" err="1"/>
              <a:t>Decision</a:t>
            </a:r>
            <a:r>
              <a:rPr lang="nl-NL" dirty="0"/>
              <a:t> Support Systems produce </a:t>
            </a:r>
            <a:r>
              <a:rPr lang="nl-NL" dirty="0" err="1"/>
              <a:t>binary</a:t>
            </a:r>
            <a:r>
              <a:rPr lang="nl-NL" dirty="0"/>
              <a:t> </a:t>
            </a:r>
            <a:r>
              <a:rPr lang="nl-NL" dirty="0" err="1"/>
              <a:t>ourcomes</a:t>
            </a:r>
            <a:r>
              <a:rPr lang="nl-NL" dirty="0"/>
              <a:t> </a:t>
            </a:r>
            <a:r>
              <a:rPr lang="nl-NL" dirty="0" err="1"/>
              <a:t>based</a:t>
            </a:r>
            <a:r>
              <a:rPr lang="nl-NL" dirty="0"/>
              <a:t> on </a:t>
            </a:r>
            <a:r>
              <a:rPr lang="nl-NL" dirty="0" err="1"/>
              <a:t>threshold</a:t>
            </a:r>
            <a:r>
              <a:rPr lang="nl-NL" dirty="0"/>
              <a:t> </a:t>
            </a:r>
            <a:r>
              <a:rPr lang="nl-NL" dirty="0" err="1"/>
              <a:t>settings</a:t>
            </a:r>
            <a:r>
              <a:rPr lang="nl-NL" dirty="0"/>
              <a:t> (</a:t>
            </a:r>
            <a:r>
              <a:rPr lang="nl-NL" dirty="0" err="1"/>
              <a:t>false</a:t>
            </a:r>
            <a:r>
              <a:rPr lang="nl-NL" dirty="0"/>
              <a:t> </a:t>
            </a:r>
            <a:r>
              <a:rPr lang="nl-NL" dirty="0" err="1"/>
              <a:t>positives</a:t>
            </a:r>
            <a:r>
              <a:rPr lang="nl-NL" dirty="0"/>
              <a:t>/</a:t>
            </a:r>
            <a:r>
              <a:rPr lang="nl-NL" dirty="0" err="1"/>
              <a:t>negatives</a:t>
            </a:r>
            <a:r>
              <a:rPr lang="nl-NL" dirty="0"/>
              <a:t> </a:t>
            </a:r>
            <a:r>
              <a:rPr lang="nl-NL" dirty="0" err="1"/>
              <a:t>for</a:t>
            </a:r>
            <a:r>
              <a:rPr lang="nl-NL" dirty="0"/>
              <a:t> targets?)</a:t>
            </a:r>
          </a:p>
          <a:p>
            <a:r>
              <a:rPr lang="nl-NL" b="1" dirty="0" err="1"/>
              <a:t>Kinematic</a:t>
            </a:r>
            <a:r>
              <a:rPr lang="nl-NL" b="1" dirty="0"/>
              <a:t>:</a:t>
            </a:r>
            <a:r>
              <a:rPr lang="nl-NL" dirty="0"/>
              <a:t> speed of building </a:t>
            </a:r>
            <a:r>
              <a:rPr lang="nl-NL" dirty="0" err="1"/>
              <a:t>kill</a:t>
            </a:r>
            <a:r>
              <a:rPr lang="nl-NL" dirty="0"/>
              <a:t>-list: Lavender </a:t>
            </a:r>
            <a:r>
              <a:rPr lang="nl-NL" dirty="0" err="1"/>
              <a:t>procuded</a:t>
            </a:r>
            <a:r>
              <a:rPr lang="nl-NL" dirty="0"/>
              <a:t> 100’s of targets per </a:t>
            </a:r>
            <a:r>
              <a:rPr lang="nl-NL" dirty="0" err="1"/>
              <a:t>day</a:t>
            </a:r>
            <a:r>
              <a:rPr lang="nl-NL" dirty="0"/>
              <a:t> (</a:t>
            </a:r>
            <a:r>
              <a:rPr lang="nl-NL" dirty="0" err="1"/>
              <a:t>instead</a:t>
            </a:r>
            <a:r>
              <a:rPr lang="nl-NL" dirty="0"/>
              <a:t> of a few </a:t>
            </a:r>
            <a:r>
              <a:rPr lang="nl-NL" dirty="0" err="1"/>
              <a:t>with</a:t>
            </a:r>
            <a:r>
              <a:rPr lang="nl-NL" dirty="0"/>
              <a:t> human intelligence </a:t>
            </a:r>
            <a:r>
              <a:rPr lang="nl-NL" dirty="0" err="1"/>
              <a:t>officer</a:t>
            </a:r>
            <a:r>
              <a:rPr lang="nl-NL" dirty="0"/>
              <a:t>)</a:t>
            </a:r>
          </a:p>
          <a:p>
            <a:r>
              <a:rPr lang="nl-NL" b="1" dirty="0" err="1"/>
              <a:t>Logical</a:t>
            </a:r>
            <a:r>
              <a:rPr lang="nl-NL" b="1" dirty="0"/>
              <a:t>:</a:t>
            </a:r>
            <a:r>
              <a:rPr lang="nl-NL" dirty="0"/>
              <a:t> </a:t>
            </a:r>
            <a:r>
              <a:rPr lang="nl-NL" dirty="0" err="1"/>
              <a:t>justified</a:t>
            </a:r>
            <a:r>
              <a:rPr lang="nl-NL" dirty="0"/>
              <a:t> </a:t>
            </a:r>
            <a:r>
              <a:rPr lang="nl-NL" dirty="0" err="1"/>
              <a:t>distinctions</a:t>
            </a:r>
            <a:r>
              <a:rPr lang="nl-NL" dirty="0"/>
              <a:t> </a:t>
            </a:r>
            <a:r>
              <a:rPr lang="nl-NL" dirty="0" err="1"/>
              <a:t>for</a:t>
            </a:r>
            <a:r>
              <a:rPr lang="nl-NL" dirty="0"/>
              <a:t> </a:t>
            </a:r>
            <a:r>
              <a:rPr lang="nl-NL" dirty="0" err="1"/>
              <a:t>approving</a:t>
            </a:r>
            <a:r>
              <a:rPr lang="nl-NL" dirty="0"/>
              <a:t> targets (male/</a:t>
            </a:r>
            <a:r>
              <a:rPr lang="nl-NL" dirty="0" err="1"/>
              <a:t>female</a:t>
            </a:r>
            <a:r>
              <a:rPr lang="nl-NL" dirty="0"/>
              <a:t>)?</a:t>
            </a:r>
          </a:p>
          <a:p>
            <a:r>
              <a:rPr lang="nl-NL" b="1" dirty="0" err="1"/>
              <a:t>Social</a:t>
            </a:r>
            <a:r>
              <a:rPr lang="nl-NL" b="1" dirty="0"/>
              <a:t>:</a:t>
            </a:r>
            <a:r>
              <a:rPr lang="nl-NL" dirty="0"/>
              <a:t> </a:t>
            </a:r>
            <a:r>
              <a:rPr lang="nl-NL" dirty="0" err="1"/>
              <a:t>confirming</a:t>
            </a:r>
            <a:r>
              <a:rPr lang="nl-NL" dirty="0"/>
              <a:t> or </a:t>
            </a:r>
            <a:r>
              <a:rPr lang="nl-NL" dirty="0" err="1"/>
              <a:t>undermining</a:t>
            </a:r>
            <a:r>
              <a:rPr lang="nl-NL" dirty="0"/>
              <a:t> </a:t>
            </a:r>
            <a:r>
              <a:rPr lang="nl-NL" dirty="0" err="1"/>
              <a:t>appropriate</a:t>
            </a:r>
            <a:r>
              <a:rPr lang="nl-NL" dirty="0"/>
              <a:t> </a:t>
            </a:r>
            <a:r>
              <a:rPr lang="nl-NL" dirty="0" err="1"/>
              <a:t>command</a:t>
            </a:r>
            <a:r>
              <a:rPr lang="nl-NL" dirty="0"/>
              <a:t> </a:t>
            </a:r>
            <a:r>
              <a:rPr lang="nl-NL" dirty="0" err="1"/>
              <a:t>structures</a:t>
            </a:r>
            <a:r>
              <a:rPr lang="nl-NL" dirty="0"/>
              <a:t>? </a:t>
            </a:r>
          </a:p>
          <a:p>
            <a:r>
              <a:rPr lang="nl-NL" b="1" dirty="0" err="1"/>
              <a:t>Economical</a:t>
            </a:r>
            <a:r>
              <a:rPr lang="nl-NL" b="1" dirty="0"/>
              <a:t>: </a:t>
            </a:r>
            <a:r>
              <a:rPr lang="nl-NL" dirty="0" err="1"/>
              <a:t>appropriate</a:t>
            </a:r>
            <a:r>
              <a:rPr lang="nl-NL" dirty="0"/>
              <a:t> </a:t>
            </a:r>
            <a:r>
              <a:rPr lang="nl-NL" dirty="0" err="1"/>
              <a:t>and</a:t>
            </a:r>
            <a:r>
              <a:rPr lang="nl-NL" dirty="0"/>
              <a:t> </a:t>
            </a:r>
            <a:r>
              <a:rPr lang="nl-NL" dirty="0" err="1"/>
              <a:t>feasible</a:t>
            </a:r>
            <a:r>
              <a:rPr lang="nl-NL" dirty="0"/>
              <a:t> </a:t>
            </a:r>
            <a:r>
              <a:rPr lang="nl-NL" dirty="0" err="1"/>
              <a:t>computational</a:t>
            </a:r>
            <a:r>
              <a:rPr lang="nl-NL" dirty="0"/>
              <a:t> </a:t>
            </a:r>
            <a:r>
              <a:rPr lang="nl-NL" dirty="0" err="1"/>
              <a:t>cost</a:t>
            </a:r>
            <a:r>
              <a:rPr lang="nl-NL" dirty="0"/>
              <a:t> </a:t>
            </a:r>
            <a:r>
              <a:rPr lang="nl-NL" dirty="0" err="1"/>
              <a:t>for</a:t>
            </a:r>
            <a:r>
              <a:rPr lang="nl-NL" dirty="0"/>
              <a:t> </a:t>
            </a:r>
            <a:r>
              <a:rPr lang="nl-NL" dirty="0" err="1"/>
              <a:t>improving</a:t>
            </a:r>
            <a:r>
              <a:rPr lang="nl-NL" dirty="0"/>
              <a:t> system </a:t>
            </a:r>
            <a:r>
              <a:rPr lang="nl-NL" dirty="0" err="1"/>
              <a:t>accuracy</a:t>
            </a:r>
            <a:r>
              <a:rPr lang="nl-NL" dirty="0"/>
              <a:t> </a:t>
            </a:r>
            <a:r>
              <a:rPr lang="nl-NL" dirty="0" err="1"/>
              <a:t>and</a:t>
            </a:r>
            <a:r>
              <a:rPr lang="nl-NL" dirty="0"/>
              <a:t> </a:t>
            </a:r>
            <a:r>
              <a:rPr lang="nl-NL" dirty="0" err="1"/>
              <a:t>reliability</a:t>
            </a:r>
            <a:r>
              <a:rPr lang="nl-NL" dirty="0"/>
              <a:t>? </a:t>
            </a:r>
            <a:endParaRPr lang="nl-NL" b="1" dirty="0"/>
          </a:p>
          <a:p>
            <a:r>
              <a:rPr lang="nl-NL" b="1" dirty="0" err="1"/>
              <a:t>Psychological</a:t>
            </a:r>
            <a:r>
              <a:rPr lang="nl-NL" b="1" dirty="0"/>
              <a:t>:</a:t>
            </a:r>
            <a:r>
              <a:rPr lang="nl-NL" dirty="0"/>
              <a:t> long term </a:t>
            </a:r>
            <a:r>
              <a:rPr lang="nl-NL" dirty="0" err="1"/>
              <a:t>effects</a:t>
            </a:r>
            <a:r>
              <a:rPr lang="nl-NL" dirty="0"/>
              <a:t> of </a:t>
            </a:r>
            <a:r>
              <a:rPr lang="nl-NL" dirty="0" err="1"/>
              <a:t>emotional</a:t>
            </a:r>
            <a:r>
              <a:rPr lang="nl-NL" dirty="0"/>
              <a:t> </a:t>
            </a:r>
            <a:r>
              <a:rPr lang="nl-NL" dirty="0" err="1"/>
              <a:t>alienation</a:t>
            </a:r>
            <a:r>
              <a:rPr lang="nl-NL" dirty="0"/>
              <a:t> </a:t>
            </a:r>
            <a:r>
              <a:rPr lang="nl-NL" dirty="0" err="1"/>
              <a:t>from</a:t>
            </a:r>
            <a:r>
              <a:rPr lang="nl-NL" dirty="0"/>
              <a:t> </a:t>
            </a:r>
            <a:r>
              <a:rPr lang="nl-NL" dirty="0" err="1"/>
              <a:t>working</a:t>
            </a:r>
            <a:r>
              <a:rPr lang="nl-NL" dirty="0"/>
              <a:t> </a:t>
            </a:r>
            <a:r>
              <a:rPr lang="nl-NL" dirty="0" err="1"/>
              <a:t>with</a:t>
            </a:r>
            <a:r>
              <a:rPr lang="nl-NL" dirty="0"/>
              <a:t> these systems? </a:t>
            </a:r>
          </a:p>
          <a:p>
            <a:r>
              <a:rPr lang="nl-NL" b="1" dirty="0"/>
              <a:t>Moral:</a:t>
            </a:r>
            <a:r>
              <a:rPr lang="nl-NL" dirty="0"/>
              <a:t> </a:t>
            </a:r>
            <a:r>
              <a:rPr lang="nl-NL" dirty="0" err="1"/>
              <a:t>due</a:t>
            </a:r>
            <a:r>
              <a:rPr lang="nl-NL" dirty="0"/>
              <a:t> care in </a:t>
            </a:r>
            <a:r>
              <a:rPr lang="nl-NL" dirty="0" err="1"/>
              <a:t>tracing</a:t>
            </a:r>
            <a:r>
              <a:rPr lang="nl-NL" dirty="0"/>
              <a:t> </a:t>
            </a:r>
            <a:r>
              <a:rPr lang="nl-NL" dirty="0" err="1"/>
              <a:t>phone</a:t>
            </a:r>
            <a:r>
              <a:rPr lang="nl-NL" dirty="0"/>
              <a:t> signal </a:t>
            </a:r>
            <a:r>
              <a:rPr lang="nl-NL" dirty="0" err="1"/>
              <a:t>to</a:t>
            </a:r>
            <a:r>
              <a:rPr lang="nl-NL" dirty="0"/>
              <a:t> (family) homes?</a:t>
            </a:r>
          </a:p>
          <a:p>
            <a:r>
              <a:rPr lang="nl-NL" b="1" dirty="0" err="1"/>
              <a:t>Pistic</a:t>
            </a:r>
            <a:r>
              <a:rPr lang="nl-NL" b="1" dirty="0"/>
              <a:t>:</a:t>
            </a:r>
            <a:r>
              <a:rPr lang="nl-NL" dirty="0"/>
              <a:t> ‘</a:t>
            </a:r>
            <a:r>
              <a:rPr lang="nl-NL" dirty="0" err="1"/>
              <a:t>Habsora</a:t>
            </a:r>
            <a:r>
              <a:rPr lang="nl-NL" dirty="0"/>
              <a:t> = The Gospel’, AI system </a:t>
            </a:r>
            <a:r>
              <a:rPr lang="nl-NL" dirty="0" err="1"/>
              <a:t>seen</a:t>
            </a:r>
            <a:r>
              <a:rPr lang="nl-NL" dirty="0"/>
              <a:t> as </a:t>
            </a:r>
            <a:r>
              <a:rPr lang="nl-NL" dirty="0" err="1"/>
              <a:t>existential</a:t>
            </a:r>
            <a:r>
              <a:rPr lang="nl-NL" dirty="0"/>
              <a:t> </a:t>
            </a:r>
            <a:r>
              <a:rPr lang="nl-NL" dirty="0" err="1"/>
              <a:t>rescue</a:t>
            </a:r>
            <a:endParaRPr lang="nl-NL" dirty="0"/>
          </a:p>
          <a:p>
            <a:endParaRPr lang="nl-NL" dirty="0"/>
          </a:p>
          <a:p>
            <a:endParaRPr lang="nl-NL" dirty="0"/>
          </a:p>
        </p:txBody>
      </p:sp>
    </p:spTree>
    <p:extLst>
      <p:ext uri="{BB962C8B-B14F-4D97-AF65-F5344CB8AC3E}">
        <p14:creationId xmlns:p14="http://schemas.microsoft.com/office/powerpoint/2010/main" val="1565778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136C9-47E8-9C7C-24A9-8ECB9BBB7F06}"/>
              </a:ext>
            </a:extLst>
          </p:cNvPr>
          <p:cNvSpPr>
            <a:spLocks noGrp="1"/>
          </p:cNvSpPr>
          <p:nvPr>
            <p:ph type="title"/>
          </p:nvPr>
        </p:nvSpPr>
        <p:spPr/>
        <p:txBody>
          <a:bodyPr/>
          <a:lstStyle/>
          <a:p>
            <a:r>
              <a:rPr lang="en-AU" dirty="0"/>
              <a:t>Conclusion</a:t>
            </a:r>
          </a:p>
        </p:txBody>
      </p:sp>
      <p:sp>
        <p:nvSpPr>
          <p:cNvPr id="4" name="Text Placeholder 3">
            <a:extLst>
              <a:ext uri="{FF2B5EF4-FFF2-40B4-BE49-F238E27FC236}">
                <a16:creationId xmlns:a16="http://schemas.microsoft.com/office/drawing/2014/main" id="{8722AB96-06D6-F6F8-50C0-BC0DDEBAE57D}"/>
              </a:ext>
            </a:extLst>
          </p:cNvPr>
          <p:cNvSpPr>
            <a:spLocks noGrp="1"/>
          </p:cNvSpPr>
          <p:nvPr>
            <p:ph type="body" idx="1"/>
          </p:nvPr>
        </p:nvSpPr>
        <p:spPr/>
        <p:txBody>
          <a:bodyPr>
            <a:normAutofit/>
          </a:bodyPr>
          <a:lstStyle/>
          <a:p>
            <a:pPr marL="38100" indent="0">
              <a:buNone/>
            </a:pPr>
            <a:r>
              <a:rPr lang="nl-NL" sz="2300" dirty="0">
                <a:latin typeface="Calibri" panose="020F0502020204030204" pitchFamily="34" charset="0"/>
                <a:ea typeface="Calibri" panose="020F0502020204030204" pitchFamily="34" charset="0"/>
                <a:cs typeface="Calibri" panose="020F0502020204030204" pitchFamily="34" charset="0"/>
              </a:rPr>
              <a:t>Multi-</a:t>
            </a:r>
            <a:r>
              <a:rPr lang="nl-NL" sz="2300" dirty="0" err="1">
                <a:latin typeface="Calibri" panose="020F0502020204030204" pitchFamily="34" charset="0"/>
                <a:ea typeface="Calibri" panose="020F0502020204030204" pitchFamily="34" charset="0"/>
                <a:cs typeface="Calibri" panose="020F0502020204030204" pitchFamily="34" charset="0"/>
              </a:rPr>
              <a:t>aspectual</a:t>
            </a:r>
            <a:r>
              <a:rPr lang="nl-NL" sz="2300" dirty="0">
                <a:latin typeface="Calibri" panose="020F0502020204030204" pitchFamily="34" charset="0"/>
                <a:ea typeface="Calibri" panose="020F0502020204030204" pitchFamily="34" charset="0"/>
                <a:cs typeface="Calibri" panose="020F0502020204030204" pitchFamily="34" charset="0"/>
              </a:rPr>
              <a:t> thinking:</a:t>
            </a:r>
          </a:p>
          <a:p>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indicates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what</a:t>
            </a:r>
            <a:r>
              <a:rPr lang="nl-NL" sz="2300" dirty="0">
                <a:latin typeface="Calibri" panose="020F0502020204030204" pitchFamily="34" charset="0"/>
                <a:ea typeface="Calibri" panose="020F0502020204030204" pitchFamily="34" charset="0"/>
                <a:cs typeface="Calibri" panose="020F0502020204030204" pitchFamily="34" charset="0"/>
              </a:rPr>
              <a:t> is </a:t>
            </a:r>
            <a:r>
              <a:rPr lang="nl-NL" sz="2300" dirty="0" err="1">
                <a:latin typeface="Calibri" panose="020F0502020204030204" pitchFamily="34" charset="0"/>
                <a:ea typeface="Calibri" panose="020F0502020204030204" pitchFamily="34" charset="0"/>
                <a:cs typeface="Calibri" panose="020F0502020204030204" pitchFamily="34" charset="0"/>
              </a:rPr>
              <a:t>presupposed</a:t>
            </a:r>
            <a:r>
              <a:rPr lang="nl-NL" sz="2300" dirty="0">
                <a:latin typeface="Calibri" panose="020F0502020204030204" pitchFamily="34" charset="0"/>
                <a:ea typeface="Calibri" panose="020F0502020204030204" pitchFamily="34" charset="0"/>
                <a:cs typeface="Calibri" panose="020F0502020204030204" pitchFamily="34" charset="0"/>
              </a:rPr>
              <a:t>/</a:t>
            </a:r>
            <a:r>
              <a:rPr lang="nl-NL" sz="2300" dirty="0" err="1">
                <a:latin typeface="Calibri" panose="020F0502020204030204" pitchFamily="34" charset="0"/>
                <a:ea typeface="Calibri" panose="020F0502020204030204" pitchFamily="34" charset="0"/>
                <a:cs typeface="Calibri" panose="020F0502020204030204" pitchFamily="34" charset="0"/>
              </a:rPr>
              <a:t>needs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to</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be</a:t>
            </a:r>
            <a:r>
              <a:rPr lang="nl-NL" sz="2300" dirty="0">
                <a:latin typeface="Calibri" panose="020F0502020204030204" pitchFamily="34" charset="0"/>
                <a:ea typeface="Calibri" panose="020F0502020204030204" pitchFamily="34" charset="0"/>
                <a:cs typeface="Calibri" panose="020F0502020204030204" pitchFamily="34" charset="0"/>
              </a:rPr>
              <a:t> in </a:t>
            </a:r>
            <a:r>
              <a:rPr lang="nl-NL" sz="2300" dirty="0" err="1">
                <a:latin typeface="Calibri" panose="020F0502020204030204" pitchFamily="34" charset="0"/>
                <a:ea typeface="Calibri" panose="020F0502020204030204" pitchFamily="34" charset="0"/>
                <a:cs typeface="Calibri" panose="020F0502020204030204" pitchFamily="34" charset="0"/>
              </a:rPr>
              <a:t>place</a:t>
            </a:r>
            <a:r>
              <a:rPr lang="nl-NL" sz="2300" dirty="0">
                <a:latin typeface="Calibri" panose="020F0502020204030204" pitchFamily="34" charset="0"/>
                <a:ea typeface="Calibri" panose="020F0502020204030204" pitchFamily="34" charset="0"/>
                <a:cs typeface="Calibri" panose="020F0502020204030204" pitchFamily="34" charset="0"/>
              </a:rPr>
              <a:t> (e.g. trust in </a:t>
            </a:r>
            <a:r>
              <a:rPr lang="nl-NL" sz="2300" dirty="0" err="1">
                <a:latin typeface="Calibri" panose="020F0502020204030204" pitchFamily="34" charset="0"/>
                <a:ea typeface="Calibri" panose="020F0502020204030204" pitchFamily="34" charset="0"/>
                <a:cs typeface="Calibri" panose="020F0502020204030204" pitchFamily="34" charset="0"/>
              </a:rPr>
              <a:t>autonomous</a:t>
            </a:r>
            <a:r>
              <a:rPr lang="nl-NL" sz="2300" dirty="0">
                <a:latin typeface="Calibri" panose="020F0502020204030204" pitchFamily="34" charset="0"/>
                <a:ea typeface="Calibri" panose="020F0502020204030204" pitchFamily="34" charset="0"/>
                <a:cs typeface="Calibri" panose="020F0502020204030204" pitchFamily="34" charset="0"/>
              </a:rPr>
              <a:t> systems – '</a:t>
            </a:r>
            <a:r>
              <a:rPr lang="nl-NL" sz="2300" dirty="0" err="1">
                <a:latin typeface="Calibri" panose="020F0502020204030204" pitchFamily="34" charset="0"/>
                <a:ea typeface="Calibri" panose="020F0502020204030204" pitchFamily="34" charset="0"/>
                <a:cs typeface="Calibri" panose="020F0502020204030204" pitchFamily="34" charset="0"/>
              </a:rPr>
              <a:t>pistic</a:t>
            </a:r>
            <a:r>
              <a:rPr lang="nl-NL" sz="2300" dirty="0">
                <a:latin typeface="Calibri" panose="020F0502020204030204" pitchFamily="34" charset="0"/>
                <a:ea typeface="Calibri" panose="020F0502020204030204" pitchFamily="34" charset="0"/>
                <a:cs typeface="Calibri" panose="020F0502020204030204" pitchFamily="34" charset="0"/>
              </a:rPr>
              <a:t>' aspect: </a:t>
            </a:r>
            <a:r>
              <a:rPr lang="nl-NL" sz="2300" dirty="0" err="1">
                <a:latin typeface="Calibri" panose="020F0502020204030204" pitchFamily="34" charset="0"/>
                <a:ea typeface="Calibri" panose="020F0502020204030204" pitchFamily="34" charset="0"/>
                <a:cs typeface="Calibri" panose="020F0502020204030204" pitchFamily="34" charset="0"/>
              </a:rPr>
              <a:t>highest</a:t>
            </a:r>
            <a:r>
              <a:rPr lang="nl-NL" sz="2300" dirty="0">
                <a:latin typeface="Calibri" panose="020F0502020204030204" pitchFamily="34" charset="0"/>
                <a:ea typeface="Calibri" panose="020F0502020204030204" pitchFamily="34" charset="0"/>
                <a:cs typeface="Calibri" panose="020F0502020204030204" pitchFamily="34" charset="0"/>
              </a:rPr>
              <a:t> aspect, </a:t>
            </a:r>
            <a:r>
              <a:rPr lang="nl-NL" sz="2300" dirty="0" err="1">
                <a:latin typeface="Calibri" panose="020F0502020204030204" pitchFamily="34" charset="0"/>
                <a:ea typeface="Calibri" panose="020F0502020204030204" pitchFamily="34" charset="0"/>
                <a:cs typeface="Calibri" panose="020F0502020204030204" pitchFamily="34" charset="0"/>
              </a:rPr>
              <a:t>assumes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all</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preceding</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aspects</a:t>
            </a:r>
            <a:r>
              <a:rPr lang="nl-NL" sz="2300" dirty="0">
                <a:latin typeface="Calibri" panose="020F0502020204030204" pitchFamily="34" charset="0"/>
                <a:ea typeface="Calibri" panose="020F0502020204030204" pitchFamily="34" charset="0"/>
                <a:cs typeface="Calibri" panose="020F0502020204030204" pitchFamily="34" charset="0"/>
              </a:rPr>
              <a:t>)
… </a:t>
            </a:r>
            <a:r>
              <a:rPr lang="nl-NL" sz="2300" dirty="0" err="1">
                <a:latin typeface="Calibri" panose="020F0502020204030204" pitchFamily="34" charset="0"/>
                <a:ea typeface="Calibri" panose="020F0502020204030204" pitchFamily="34" charset="0"/>
                <a:cs typeface="Calibri" panose="020F0502020204030204" pitchFamily="34" charset="0"/>
              </a:rPr>
              <a:t>suggests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possible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positive</a:t>
            </a:r>
            <a:r>
              <a:rPr lang="nl-NL" sz="2300" dirty="0">
                <a:latin typeface="Calibri" panose="020F0502020204030204" pitchFamily="34" charset="0"/>
                <a:ea typeface="Calibri" panose="020F0502020204030204" pitchFamily="34" charset="0"/>
                <a:cs typeface="Calibri" panose="020F0502020204030204" pitchFamily="34" charset="0"/>
              </a:rPr>
              <a:t> or </a:t>
            </a:r>
            <a:r>
              <a:rPr lang="nl-NL" sz="2300" dirty="0" err="1">
                <a:latin typeface="Calibri" panose="020F0502020204030204" pitchFamily="34" charset="0"/>
                <a:ea typeface="Calibri" panose="020F0502020204030204" pitchFamily="34" charset="0"/>
                <a:cs typeface="Calibri" panose="020F0502020204030204" pitchFamily="34" charset="0"/>
              </a:rPr>
              <a:t>negative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effects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further</a:t>
            </a:r>
            <a:r>
              <a:rPr lang="nl-NL" sz="2300" dirty="0">
                <a:latin typeface="Calibri" panose="020F0502020204030204" pitchFamily="34" charset="0"/>
                <a:ea typeface="Calibri" panose="020F0502020204030204" pitchFamily="34" charset="0"/>
                <a:cs typeface="Calibri" panose="020F0502020204030204" pitchFamily="34" charset="0"/>
              </a:rPr>
              <a:t> down </a:t>
            </a:r>
            <a:r>
              <a:rPr lang="nl-NL" sz="2300" dirty="0" err="1">
                <a:latin typeface="Calibri" panose="020F0502020204030204" pitchFamily="34" charset="0"/>
                <a:ea typeface="Calibri" panose="020F0502020204030204" pitchFamily="34" charset="0"/>
                <a:cs typeface="Calibri" panose="020F0502020204030204" pitchFamily="34" charset="0"/>
              </a:rPr>
              <a:t>the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aspectual</a:t>
            </a:r>
            <a:r>
              <a:rPr lang="nl-NL" sz="2300" dirty="0">
                <a:latin typeface="Calibri" panose="020F0502020204030204" pitchFamily="34" charset="0"/>
                <a:ea typeface="Calibri" panose="020F0502020204030204" pitchFamily="34" charset="0"/>
                <a:cs typeface="Calibri" panose="020F0502020204030204" pitchFamily="34" charset="0"/>
              </a:rPr>
              <a:t> ladder (</a:t>
            </a:r>
            <a:r>
              <a:rPr lang="nl-NL" sz="2300" dirty="0" err="1">
                <a:latin typeface="Calibri" panose="020F0502020204030204" pitchFamily="34" charset="0"/>
                <a:ea typeface="Calibri" panose="020F0502020204030204" pitchFamily="34" charset="0"/>
                <a:cs typeface="Calibri" panose="020F0502020204030204" pitchFamily="34" charset="0"/>
              </a:rPr>
              <a:t>retrocipations</a:t>
            </a:r>
            <a:r>
              <a:rPr lang="nl-NL" sz="2300" dirty="0">
                <a:latin typeface="Calibri" panose="020F0502020204030204" pitchFamily="34" charset="0"/>
                <a:ea typeface="Calibri" panose="020F0502020204030204" pitchFamily="34" charset="0"/>
                <a:cs typeface="Calibri" panose="020F0502020204030204" pitchFamily="34" charset="0"/>
              </a:rPr>
              <a:t>/</a:t>
            </a:r>
            <a:r>
              <a:rPr lang="nl-NL" sz="2300" dirty="0" err="1">
                <a:latin typeface="Calibri" panose="020F0502020204030204" pitchFamily="34" charset="0"/>
                <a:ea typeface="Calibri" panose="020F0502020204030204" pitchFamily="34" charset="0"/>
                <a:cs typeface="Calibri" panose="020F0502020204030204" pitchFamily="34" charset="0"/>
              </a:rPr>
              <a:t>anticipations</a:t>
            </a:r>
            <a:r>
              <a:rPr lang="nl-NL" sz="2300" dirty="0">
                <a:latin typeface="Calibri" panose="020F0502020204030204" pitchFamily="34" charset="0"/>
                <a:ea typeface="Calibri" panose="020F0502020204030204" pitchFamily="34" charset="0"/>
                <a:cs typeface="Calibri" panose="020F0502020204030204" pitchFamily="34" charset="0"/>
              </a:rPr>
              <a:t>)</a:t>
            </a:r>
          </a:p>
          <a:p>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colors</a:t>
            </a:r>
            <a:r>
              <a:rPr lang="nl-NL" sz="2300" dirty="0">
                <a:latin typeface="Calibri" panose="020F0502020204030204" pitchFamily="34" charset="0"/>
                <a:ea typeface="Calibri" panose="020F0502020204030204" pitchFamily="34" charset="0"/>
                <a:cs typeface="Calibri" panose="020F0502020204030204" pitchFamily="34" charset="0"/>
              </a:rPr>
              <a:t> in’ </a:t>
            </a:r>
            <a:r>
              <a:rPr lang="nl-NL" sz="2300" dirty="0" err="1">
                <a:latin typeface="Calibri" panose="020F0502020204030204" pitchFamily="34" charset="0"/>
                <a:ea typeface="Calibri" panose="020F0502020204030204" pitchFamily="34" charset="0"/>
                <a:cs typeface="Calibri" panose="020F0502020204030204" pitchFamily="34" charset="0"/>
              </a:rPr>
              <a:t>what</a:t>
            </a:r>
            <a:r>
              <a:rPr lang="nl-NL" sz="2300" dirty="0">
                <a:latin typeface="Calibri" panose="020F0502020204030204" pitchFamily="34" charset="0"/>
                <a:ea typeface="Calibri" panose="020F0502020204030204" pitchFamily="34" charset="0"/>
                <a:cs typeface="Calibri" panose="020F0502020204030204" pitchFamily="34" charset="0"/>
              </a:rPr>
              <a:t> is </a:t>
            </a:r>
            <a:r>
              <a:rPr lang="nl-NL" sz="2300" dirty="0" err="1">
                <a:latin typeface="Calibri" panose="020F0502020204030204" pitchFamily="34" charset="0"/>
                <a:ea typeface="Calibri" panose="020F0502020204030204" pitchFamily="34" charset="0"/>
                <a:cs typeface="Calibri" panose="020F0502020204030204" pitchFamily="34" charset="0"/>
              </a:rPr>
              <a:t>required</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from</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the</a:t>
            </a:r>
            <a:r>
              <a:rPr lang="nl-NL" sz="2300" dirty="0">
                <a:latin typeface="Calibri" panose="020F0502020204030204" pitchFamily="34" charset="0"/>
                <a:ea typeface="Calibri" panose="020F0502020204030204" pitchFamily="34" charset="0"/>
                <a:cs typeface="Calibri" panose="020F0502020204030204" pitchFamily="34" charset="0"/>
              </a:rPr>
              <a:t> Just War </a:t>
            </a:r>
            <a:r>
              <a:rPr lang="nl-NL" sz="2300" dirty="0" err="1">
                <a:latin typeface="Calibri" panose="020F0502020204030204" pitchFamily="34" charset="0"/>
                <a:ea typeface="Calibri" panose="020F0502020204030204" pitchFamily="34" charset="0"/>
                <a:cs typeface="Calibri" panose="020F0502020204030204" pitchFamily="34" charset="0"/>
              </a:rPr>
              <a:t>Tradition</a:t>
            </a:r>
            <a:endParaRPr lang="nl-NL" sz="2300" dirty="0">
              <a:latin typeface="Calibri" panose="020F0502020204030204" pitchFamily="34" charset="0"/>
              <a:ea typeface="Calibri" panose="020F0502020204030204" pitchFamily="34" charset="0"/>
              <a:cs typeface="Calibri" panose="020F0502020204030204" pitchFamily="34" charset="0"/>
            </a:endParaRPr>
          </a:p>
          <a:p>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provides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heuristic</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for</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possible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explanations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when</a:t>
            </a:r>
            <a:r>
              <a:rPr lang="nl-NL" sz="2300" dirty="0">
                <a:latin typeface="Calibri" panose="020F0502020204030204" pitchFamily="34" charset="0"/>
                <a:ea typeface="Calibri" panose="020F0502020204030204" pitchFamily="34" charset="0"/>
                <a:cs typeface="Calibri" panose="020F0502020204030204" pitchFamily="34" charset="0"/>
              </a:rPr>
              <a:t> systems  </a:t>
            </a:r>
            <a:r>
              <a:rPr lang="nl-NL" sz="2300" dirty="0" err="1">
                <a:latin typeface="Calibri" panose="020F0502020204030204" pitchFamily="34" charset="0"/>
                <a:ea typeface="Calibri" panose="020F0502020204030204" pitchFamily="34" charset="0"/>
                <a:cs typeface="Calibri" panose="020F0502020204030204" pitchFamily="34" charset="0"/>
              </a:rPr>
              <a:t>fail</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because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norms</a:t>
            </a:r>
            <a:r>
              <a:rPr lang="nl-NL" sz="2300" dirty="0">
                <a:latin typeface="Calibri" panose="020F0502020204030204" pitchFamily="34" charset="0"/>
                <a:ea typeface="Calibri" panose="020F0502020204030204" pitchFamily="34" charset="0"/>
                <a:cs typeface="Calibri" panose="020F0502020204030204" pitchFamily="34" charset="0"/>
              </a:rPr>
              <a:t> are(</a:t>
            </a:r>
            <a:r>
              <a:rPr lang="nl-NL" sz="2300" dirty="0" err="1">
                <a:latin typeface="Calibri" panose="020F0502020204030204" pitchFamily="34" charset="0"/>
                <a:ea typeface="Calibri" panose="020F0502020204030204" pitchFamily="34" charset="0"/>
                <a:cs typeface="Calibri" panose="020F0502020204030204" pitchFamily="34" charset="0"/>
              </a:rPr>
              <a:t>deliberately</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not</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taking</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into</a:t>
            </a:r>
            <a:r>
              <a:rPr lang="nl-NL" sz="2300" dirty="0">
                <a:latin typeface="Calibri" panose="020F0502020204030204" pitchFamily="34" charset="0"/>
                <a:ea typeface="Calibri" panose="020F0502020204030204" pitchFamily="34" charset="0"/>
                <a:cs typeface="Calibri" panose="020F0502020204030204" pitchFamily="34" charset="0"/>
              </a:rPr>
              <a:t> account</a:t>
            </a:r>
          </a:p>
          <a:p>
            <a:r>
              <a:rPr lang="nl-NL" sz="2300" dirty="0">
                <a:latin typeface="Calibri" panose="020F0502020204030204" pitchFamily="34" charset="0"/>
                <a:ea typeface="Calibri" panose="020F0502020204030204" pitchFamily="34" charset="0"/>
                <a:cs typeface="Calibri" panose="020F0502020204030204" pitchFamily="34" charset="0"/>
              </a:rPr>
              <a:t>… is a </a:t>
            </a:r>
            <a:r>
              <a:rPr lang="nl-NL" sz="2300" dirty="0" err="1">
                <a:latin typeface="Calibri" panose="020F0502020204030204" pitchFamily="34" charset="0"/>
                <a:ea typeface="Calibri" panose="020F0502020204030204" pitchFamily="34" charset="0"/>
                <a:cs typeface="Calibri" panose="020F0502020204030204" pitchFamily="34" charset="0"/>
              </a:rPr>
              <a:t>nucanced</a:t>
            </a:r>
            <a:r>
              <a:rPr lang="nl-NL" sz="2300" dirty="0">
                <a:latin typeface="Calibri" panose="020F0502020204030204" pitchFamily="34" charset="0"/>
                <a:ea typeface="Calibri" panose="020F0502020204030204" pitchFamily="34" charset="0"/>
                <a:cs typeface="Calibri" panose="020F0502020204030204" pitchFamily="34" charset="0"/>
              </a:rPr>
              <a:t> way of ‘</a:t>
            </a:r>
            <a:r>
              <a:rPr lang="nl-NL" sz="2300" dirty="0" err="1">
                <a:latin typeface="Calibri" panose="020F0502020204030204" pitchFamily="34" charset="0"/>
                <a:ea typeface="Calibri" panose="020F0502020204030204" pitchFamily="34" charset="0"/>
                <a:cs typeface="Calibri" panose="020F0502020204030204" pitchFamily="34" charset="0"/>
              </a:rPr>
              <a:t>doing</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ethics</a:t>
            </a:r>
            <a:r>
              <a:rPr lang="nl-NL" sz="2300" dirty="0">
                <a:latin typeface="Calibri" panose="020F0502020204030204" pitchFamily="34" charset="0"/>
                <a:ea typeface="Calibri" panose="020F0502020204030204" pitchFamily="34" charset="0"/>
                <a:cs typeface="Calibri" panose="020F0502020204030204" pitchFamily="34" charset="0"/>
              </a:rPr>
              <a:t>’, in </a:t>
            </a:r>
            <a:r>
              <a:rPr lang="nl-NL" sz="2300" dirty="0" err="1">
                <a:latin typeface="Calibri" panose="020F0502020204030204" pitchFamily="34" charset="0"/>
                <a:ea typeface="Calibri" panose="020F0502020204030204" pitchFamily="34" charset="0"/>
                <a:cs typeface="Calibri" panose="020F0502020204030204" pitchFamily="34" charset="0"/>
              </a:rPr>
              <a:t>that</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it</a:t>
            </a:r>
            <a:r>
              <a:rPr lang="nl-NL" sz="2300" dirty="0">
                <a:latin typeface="Calibri" panose="020F0502020204030204" pitchFamily="34" charset="0"/>
                <a:ea typeface="Calibri" panose="020F0502020204030204" pitchFamily="34" charset="0"/>
                <a:cs typeface="Calibri" panose="020F0502020204030204" pitchFamily="34" charset="0"/>
              </a:rPr>
              <a:t> points out </a:t>
            </a:r>
            <a:r>
              <a:rPr lang="nl-NL" sz="2300" dirty="0" err="1">
                <a:latin typeface="Calibri" panose="020F0502020204030204" pitchFamily="34" charset="0"/>
                <a:ea typeface="Calibri" panose="020F0502020204030204" pitchFamily="34" charset="0"/>
                <a:cs typeface="Calibri" panose="020F0502020204030204" pitchFamily="34" charset="0"/>
              </a:rPr>
              <a:t>the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variety</a:t>
            </a:r>
            <a:r>
              <a:rPr lang="nl-NL" sz="2300" dirty="0">
                <a:latin typeface="Calibri" panose="020F0502020204030204" pitchFamily="34" charset="0"/>
                <a:ea typeface="Calibri" panose="020F0502020204030204" pitchFamily="34" charset="0"/>
                <a:cs typeface="Calibri" panose="020F0502020204030204" pitchFamily="34" charset="0"/>
              </a:rPr>
              <a:t> of </a:t>
            </a:r>
            <a:r>
              <a:rPr lang="nl-NL" sz="2300" dirty="0" err="1">
                <a:latin typeface="Calibri" panose="020F0502020204030204" pitchFamily="34" charset="0"/>
                <a:ea typeface="Calibri" panose="020F0502020204030204" pitchFamily="34" charset="0"/>
                <a:cs typeface="Calibri" panose="020F0502020204030204" pitchFamily="34" charset="0"/>
              </a:rPr>
              <a:t>ways</a:t>
            </a:r>
            <a:r>
              <a:rPr lang="nl-NL" sz="2300" dirty="0">
                <a:latin typeface="Calibri" panose="020F0502020204030204" pitchFamily="34" charset="0"/>
                <a:ea typeface="Calibri" panose="020F0502020204030204" pitchFamily="34" charset="0"/>
                <a:cs typeface="Calibri" panose="020F0502020204030204" pitchFamily="34" charset="0"/>
              </a:rPr>
              <a:t> in </a:t>
            </a:r>
            <a:r>
              <a:rPr lang="nl-NL" sz="2300" dirty="0" err="1">
                <a:latin typeface="Calibri" panose="020F0502020204030204" pitchFamily="34" charset="0"/>
                <a:ea typeface="Calibri" panose="020F0502020204030204" pitchFamily="34" charset="0"/>
                <a:cs typeface="Calibri" panose="020F0502020204030204" pitchFamily="34" charset="0"/>
              </a:rPr>
              <a:t>which</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things</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can</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be</a:t>
            </a:r>
            <a:r>
              <a:rPr lang="nl-NL" sz="2300" dirty="0">
                <a:latin typeface="Calibri" panose="020F0502020204030204" pitchFamily="34" charset="0"/>
                <a:ea typeface="Calibri" panose="020F0502020204030204" pitchFamily="34" charset="0"/>
                <a:cs typeface="Calibri" panose="020F0502020204030204" pitchFamily="34" charset="0"/>
              </a:rPr>
              <a:t> </a:t>
            </a:r>
            <a:r>
              <a:rPr lang="nl-NL" sz="2300" dirty="0" err="1">
                <a:latin typeface="Calibri" panose="020F0502020204030204" pitchFamily="34" charset="0"/>
                <a:ea typeface="Calibri" panose="020F0502020204030204" pitchFamily="34" charset="0"/>
                <a:cs typeface="Calibri" panose="020F0502020204030204" pitchFamily="34" charset="0"/>
              </a:rPr>
              <a:t>good</a:t>
            </a:r>
            <a:r>
              <a:rPr lang="nl-NL" sz="2300" dirty="0">
                <a:latin typeface="Calibri" panose="020F0502020204030204" pitchFamily="34" charset="0"/>
                <a:ea typeface="Calibri" panose="020F0502020204030204" pitchFamily="34" charset="0"/>
                <a:cs typeface="Calibri" panose="020F0502020204030204" pitchFamily="34" charset="0"/>
              </a:rPr>
              <a:t> or bad</a:t>
            </a:r>
          </a:p>
          <a:p>
            <a:endParaRPr lang="nl-NL" sz="2300" dirty="0">
              <a:latin typeface="Calibri" panose="020F0502020204030204" pitchFamily="34" charset="0"/>
              <a:ea typeface="Calibri" panose="020F0502020204030204" pitchFamily="34" charset="0"/>
              <a:cs typeface="Calibri" panose="020F0502020204030204" pitchFamily="34" charset="0"/>
            </a:endParaRPr>
          </a:p>
          <a:p>
            <a:endParaRPr lang="nl-NL" sz="2300" dirty="0">
              <a:latin typeface="Calibri" panose="020F0502020204030204" pitchFamily="34" charset="0"/>
              <a:ea typeface="Calibri" panose="020F0502020204030204" pitchFamily="34" charset="0"/>
              <a:cs typeface="Calibri" panose="020F0502020204030204" pitchFamily="34" charset="0"/>
            </a:endParaRPr>
          </a:p>
          <a:p>
            <a:pPr marL="38100" indent="0">
              <a:buNone/>
            </a:pPr>
            <a:endParaRPr lang="en-AU" sz="23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350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47102-289B-30B8-31BC-55D1E6941E21}"/>
              </a:ext>
            </a:extLst>
          </p:cNvPr>
          <p:cNvSpPr>
            <a:spLocks noGrp="1"/>
          </p:cNvSpPr>
          <p:nvPr>
            <p:ph type="title"/>
          </p:nvPr>
        </p:nvSpPr>
        <p:spPr>
          <a:xfrm>
            <a:off x="741384" y="2619810"/>
            <a:ext cx="7886700" cy="1325562"/>
          </a:xfrm>
        </p:spPr>
        <p:txBody>
          <a:bodyPr/>
          <a:lstStyle/>
          <a:p>
            <a:pPr algn="ctr"/>
            <a:r>
              <a:rPr lang="en-AU" dirty="0"/>
              <a:t>Thank you! </a:t>
            </a:r>
            <a:br>
              <a:rPr lang="en-AU" dirty="0"/>
            </a:br>
            <a:r>
              <a:rPr lang="en-AU" dirty="0"/>
              <a:t>Questions?</a:t>
            </a:r>
          </a:p>
        </p:txBody>
      </p:sp>
    </p:spTree>
    <p:extLst>
      <p:ext uri="{BB962C8B-B14F-4D97-AF65-F5344CB8AC3E}">
        <p14:creationId xmlns:p14="http://schemas.microsoft.com/office/powerpoint/2010/main" val="19558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543"/>
        <p:cNvGrpSpPr/>
        <p:nvPr/>
      </p:nvGrpSpPr>
      <p:grpSpPr>
        <a:xfrm>
          <a:off x="0" y="0"/>
          <a:ext cx="0" cy="0"/>
          <a:chOff x="0" y="0"/>
          <a:chExt cx="0" cy="0"/>
        </a:xfrm>
      </p:grpSpPr>
      <p:sp>
        <p:nvSpPr>
          <p:cNvPr id="544" name="Google Shape;544;p2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300"/>
              <a:buFont typeface="Calibri"/>
              <a:buNone/>
            </a:pPr>
            <a:r>
              <a:rPr lang="en-US" sz="3300" b="0" i="0" u="none" dirty="0" err="1">
                <a:solidFill>
                  <a:schemeClr val="dk1"/>
                </a:solidFill>
                <a:latin typeface="Calibri"/>
                <a:ea typeface="Calibri"/>
                <a:cs typeface="Calibri"/>
                <a:sym typeface="Calibri"/>
              </a:rPr>
              <a:t>Drempelwaardes</a:t>
            </a:r>
            <a:r>
              <a:rPr lang="en-US" sz="3300" b="0" i="0" u="none" dirty="0">
                <a:solidFill>
                  <a:schemeClr val="dk1"/>
                </a:solidFill>
                <a:latin typeface="Calibri"/>
                <a:ea typeface="Calibri"/>
                <a:cs typeface="Calibri"/>
                <a:sym typeface="Calibri"/>
              </a:rPr>
              <a:t> in </a:t>
            </a:r>
            <a:r>
              <a:rPr lang="en-US" sz="3300" b="0" i="0" u="none" dirty="0" err="1">
                <a:solidFill>
                  <a:schemeClr val="dk1"/>
                </a:solidFill>
                <a:latin typeface="Calibri"/>
                <a:ea typeface="Calibri"/>
                <a:cs typeface="Calibri"/>
                <a:sym typeface="Calibri"/>
              </a:rPr>
              <a:t>detectie</a:t>
            </a:r>
            <a:r>
              <a:rPr lang="en-US" sz="3300" b="0" i="0" u="none" dirty="0">
                <a:solidFill>
                  <a:schemeClr val="dk1"/>
                </a:solidFill>
                <a:latin typeface="Calibri"/>
                <a:ea typeface="Calibri"/>
                <a:cs typeface="Calibri"/>
                <a:sym typeface="Calibri"/>
              </a:rPr>
              <a:t> </a:t>
            </a:r>
            <a:r>
              <a:rPr lang="en-US" sz="3300" b="0" i="0" u="none" dirty="0" err="1">
                <a:solidFill>
                  <a:schemeClr val="dk1"/>
                </a:solidFill>
                <a:latin typeface="Calibri"/>
                <a:ea typeface="Calibri"/>
                <a:cs typeface="Calibri"/>
                <a:sym typeface="Calibri"/>
              </a:rPr>
              <a:t>algoritmes</a:t>
            </a:r>
            <a:br>
              <a:rPr lang="en-US" sz="3300" b="0" i="0" u="none" dirty="0">
                <a:solidFill>
                  <a:schemeClr val="dk1"/>
                </a:solidFill>
                <a:latin typeface="Calibri"/>
                <a:ea typeface="Calibri"/>
                <a:cs typeface="Calibri"/>
                <a:sym typeface="Calibri"/>
              </a:rPr>
            </a:br>
            <a:endParaRPr dirty="0"/>
          </a:p>
        </p:txBody>
      </p:sp>
      <p:pic>
        <p:nvPicPr>
          <p:cNvPr id="545" name="Google Shape;545;p22"/>
          <p:cNvPicPr preferRelativeResize="0">
            <a:picLocks noGrp="1"/>
          </p:cNvPicPr>
          <p:nvPr>
            <p:ph type="body" idx="1"/>
          </p:nvPr>
        </p:nvPicPr>
        <p:blipFill rotWithShape="1">
          <a:blip r:embed="rId3">
            <a:alphaModFix/>
          </a:blip>
          <a:srcRect/>
          <a:stretch/>
        </p:blipFill>
        <p:spPr>
          <a:xfrm>
            <a:off x="1719263" y="2849461"/>
            <a:ext cx="2852737" cy="2139950"/>
          </a:xfrm>
          <a:prstGeom prst="rect">
            <a:avLst/>
          </a:prstGeom>
          <a:noFill/>
          <a:ln>
            <a:noFill/>
          </a:ln>
        </p:spPr>
      </p:pic>
      <p:sp>
        <p:nvSpPr>
          <p:cNvPr id="546" name="Google Shape;546;p22"/>
          <p:cNvSpPr txBox="1"/>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a:t>
            </a:r>
            <a:endParaRPr/>
          </a:p>
        </p:txBody>
      </p:sp>
      <p:sp>
        <p:nvSpPr>
          <p:cNvPr id="548" name="Google Shape;548;p2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PAGE </a:t>
            </a:r>
            <a:fld id="{00000000-1234-1234-1234-123412341234}" type="slidenum">
              <a:rPr lang="en-US" sz="900" b="0" i="0" u="none">
                <a:solidFill>
                  <a:srgbClr val="898989"/>
                </a:solidFill>
                <a:latin typeface="Arial"/>
                <a:ea typeface="Arial"/>
                <a:cs typeface="Arial"/>
                <a:sym typeface="Arial"/>
              </a:rPr>
              <a:t>13</a:t>
            </a:fld>
            <a:endParaRPr/>
          </a:p>
        </p:txBody>
      </p:sp>
      <p:sp>
        <p:nvSpPr>
          <p:cNvPr id="550" name="Google Shape;550;p22"/>
          <p:cNvSpPr txBox="1"/>
          <p:nvPr/>
        </p:nvSpPr>
        <p:spPr>
          <a:xfrm>
            <a:off x="2010748" y="5180423"/>
            <a:ext cx="309562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err="1">
                <a:solidFill>
                  <a:schemeClr val="dk1"/>
                </a:solidFill>
                <a:latin typeface="Arial"/>
                <a:ea typeface="Arial"/>
                <a:cs typeface="Arial"/>
                <a:sym typeface="Arial"/>
              </a:rPr>
              <a:t>Konvooi</a:t>
            </a:r>
            <a:endParaRPr dirty="0"/>
          </a:p>
        </p:txBody>
      </p:sp>
      <p:sp>
        <p:nvSpPr>
          <p:cNvPr id="2" name="TextBox 1">
            <a:extLst>
              <a:ext uri="{FF2B5EF4-FFF2-40B4-BE49-F238E27FC236}">
                <a16:creationId xmlns:a16="http://schemas.microsoft.com/office/drawing/2014/main" id="{A18FB9CB-1BEB-A325-EC61-B982B042F9DE}"/>
              </a:ext>
            </a:extLst>
          </p:cNvPr>
          <p:cNvSpPr txBox="1"/>
          <p:nvPr/>
        </p:nvSpPr>
        <p:spPr>
          <a:xfrm>
            <a:off x="628650" y="1307690"/>
            <a:ext cx="7138834" cy="1323439"/>
          </a:xfrm>
          <a:prstGeom prst="rect">
            <a:avLst/>
          </a:prstGeom>
          <a:noFill/>
        </p:spPr>
        <p:txBody>
          <a:bodyPr wrap="square" rtlCol="0">
            <a:spAutoFit/>
          </a:bodyPr>
          <a:lstStyle/>
          <a:p>
            <a:pPr marL="342900" indent="-342900">
              <a:buFontTx/>
              <a:buChar char="-"/>
            </a:pPr>
            <a:r>
              <a:rPr lang="en-US" sz="2000" b="0" i="0" u="none" dirty="0">
                <a:solidFill>
                  <a:schemeClr val="dk1"/>
                </a:solidFill>
                <a:latin typeface="+mn-lt"/>
                <a:ea typeface="Calibri"/>
                <a:cs typeface="Calibri"/>
                <a:sym typeface="Calibri"/>
              </a:rPr>
              <a:t>Wat </a:t>
            </a:r>
            <a:r>
              <a:rPr lang="en-US" sz="2000" b="0" i="0" u="none" dirty="0" err="1">
                <a:solidFill>
                  <a:schemeClr val="dk1"/>
                </a:solidFill>
                <a:latin typeface="+mn-lt"/>
                <a:ea typeface="Calibri"/>
                <a:cs typeface="Calibri"/>
                <a:sym typeface="Calibri"/>
              </a:rPr>
              <a:t>telt</a:t>
            </a:r>
            <a:r>
              <a:rPr lang="en-US" sz="2000" b="0" i="0" u="none" dirty="0">
                <a:solidFill>
                  <a:schemeClr val="dk1"/>
                </a:solidFill>
                <a:latin typeface="+mn-lt"/>
                <a:ea typeface="Calibri"/>
                <a:cs typeface="Calibri"/>
                <a:sym typeface="Calibri"/>
              </a:rPr>
              <a:t> </a:t>
            </a:r>
            <a:r>
              <a:rPr lang="en-US" sz="2000" b="0" i="0" u="none" dirty="0" err="1">
                <a:solidFill>
                  <a:schemeClr val="dk1"/>
                </a:solidFill>
                <a:latin typeface="+mn-lt"/>
                <a:ea typeface="Calibri"/>
                <a:cs typeface="Calibri"/>
                <a:sym typeface="Calibri"/>
              </a:rPr>
              <a:t>wel</a:t>
            </a:r>
            <a:r>
              <a:rPr lang="en-US" sz="2000" b="0" i="0" u="none" dirty="0">
                <a:solidFill>
                  <a:schemeClr val="dk1"/>
                </a:solidFill>
                <a:latin typeface="+mn-lt"/>
                <a:ea typeface="Calibri"/>
                <a:cs typeface="Calibri"/>
                <a:sym typeface="Calibri"/>
              </a:rPr>
              <a:t> of niet mee</a:t>
            </a:r>
          </a:p>
          <a:p>
            <a:pPr marL="342900" indent="-342900">
              <a:buFontTx/>
              <a:buChar char="-"/>
            </a:pPr>
            <a:r>
              <a:rPr lang="en-US" sz="2000" b="0" i="0" u="none" dirty="0">
                <a:solidFill>
                  <a:schemeClr val="dk1"/>
                </a:solidFill>
                <a:latin typeface="+mn-lt"/>
                <a:ea typeface="Calibri"/>
                <a:cs typeface="Calibri"/>
                <a:sym typeface="Calibri"/>
              </a:rPr>
              <a:t>False positives </a:t>
            </a:r>
            <a:r>
              <a:rPr lang="en-US" sz="2000" b="0" i="0" u="none" dirty="0" err="1">
                <a:solidFill>
                  <a:schemeClr val="dk1"/>
                </a:solidFill>
                <a:latin typeface="+mn-lt"/>
                <a:ea typeface="Calibri"/>
                <a:cs typeface="Calibri"/>
                <a:sym typeface="Calibri"/>
              </a:rPr>
              <a:t>en</a:t>
            </a:r>
            <a:r>
              <a:rPr lang="en-US" sz="2000" b="0" i="0" u="none" dirty="0">
                <a:solidFill>
                  <a:schemeClr val="dk1"/>
                </a:solidFill>
                <a:latin typeface="+mn-lt"/>
                <a:ea typeface="Calibri"/>
                <a:cs typeface="Calibri"/>
                <a:sym typeface="Calibri"/>
              </a:rPr>
              <a:t> false negatives in object </a:t>
            </a:r>
            <a:r>
              <a:rPr lang="en-US" sz="2000" b="0" i="0" u="none" dirty="0" err="1">
                <a:solidFill>
                  <a:schemeClr val="dk1"/>
                </a:solidFill>
                <a:latin typeface="+mn-lt"/>
                <a:ea typeface="Calibri"/>
                <a:cs typeface="Calibri"/>
                <a:sym typeface="Calibri"/>
              </a:rPr>
              <a:t>detectie</a:t>
            </a:r>
            <a:endParaRPr lang="en-US" sz="2000" b="0" i="0" u="none" dirty="0">
              <a:solidFill>
                <a:schemeClr val="dk1"/>
              </a:solidFill>
              <a:latin typeface="+mn-lt"/>
              <a:ea typeface="Calibri"/>
              <a:cs typeface="Calibri"/>
              <a:sym typeface="Calibri"/>
            </a:endParaRPr>
          </a:p>
          <a:p>
            <a:pPr marL="342900" indent="-342900">
              <a:buFontTx/>
              <a:buChar char="-"/>
            </a:pPr>
            <a:r>
              <a:rPr lang="en-AU" sz="2000" dirty="0">
                <a:latin typeface="+mn-lt"/>
              </a:rPr>
              <a:t>Wat is de </a:t>
            </a:r>
            <a:r>
              <a:rPr lang="en-AU" sz="2000" dirty="0" err="1">
                <a:latin typeface="+mn-lt"/>
              </a:rPr>
              <a:t>aanname</a:t>
            </a:r>
            <a:r>
              <a:rPr lang="en-AU" sz="2000" dirty="0">
                <a:latin typeface="+mn-lt"/>
              </a:rPr>
              <a:t> over het </a:t>
            </a:r>
            <a:r>
              <a:rPr lang="en-AU" sz="2000" dirty="0" err="1">
                <a:latin typeface="+mn-lt"/>
              </a:rPr>
              <a:t>gebruik</a:t>
            </a:r>
            <a:r>
              <a:rPr lang="en-AU" sz="2000" dirty="0">
                <a:latin typeface="+mn-lt"/>
              </a:rPr>
              <a:t> van het </a:t>
            </a:r>
            <a:r>
              <a:rPr lang="en-AU" sz="2000" dirty="0" err="1">
                <a:latin typeface="+mn-lt"/>
              </a:rPr>
              <a:t>systeem</a:t>
            </a:r>
            <a:r>
              <a:rPr lang="en-AU" sz="2000" dirty="0">
                <a:latin typeface="+mn-lt"/>
              </a:rPr>
              <a:t>? (</a:t>
            </a:r>
            <a:r>
              <a:rPr lang="en-AU" sz="2000" dirty="0" err="1">
                <a:latin typeface="+mn-lt"/>
              </a:rPr>
              <a:t>bescherming</a:t>
            </a:r>
            <a:r>
              <a:rPr lang="en-AU" sz="2000" dirty="0">
                <a:latin typeface="+mn-lt"/>
              </a:rPr>
              <a:t> van </a:t>
            </a:r>
            <a:r>
              <a:rPr lang="en-AU" sz="2000" dirty="0" err="1">
                <a:latin typeface="+mn-lt"/>
              </a:rPr>
              <a:t>wie</a:t>
            </a:r>
            <a:r>
              <a:rPr lang="en-AU" sz="2000" dirty="0">
                <a:latin typeface="+mn-lt"/>
              </a:rPr>
              <a:t> of wat? </a:t>
            </a:r>
            <a:r>
              <a:rPr lang="en-AU" sz="2000" dirty="0" err="1">
                <a:latin typeface="+mn-lt"/>
              </a:rPr>
              <a:t>Soldaat</a:t>
            </a:r>
            <a:r>
              <a:rPr lang="en-AU" sz="2000" dirty="0">
                <a:latin typeface="+mn-lt"/>
              </a:rPr>
              <a:t>, </a:t>
            </a:r>
            <a:r>
              <a:rPr lang="en-AU" sz="2000" dirty="0" err="1">
                <a:latin typeface="+mn-lt"/>
              </a:rPr>
              <a:t>vijand</a:t>
            </a:r>
            <a:r>
              <a:rPr lang="en-AU" sz="2000" dirty="0">
                <a:latin typeface="+mn-lt"/>
              </a:rPr>
              <a:t>, burger?)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E383A-F052-8120-034E-66CC4707EDCD}"/>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65CB8EDF-E5F4-DE04-8003-5DDFEED2F6AA}"/>
              </a:ext>
            </a:extLst>
          </p:cNvPr>
          <p:cNvPicPr>
            <a:picLocks noGrp="1" noChangeAspect="1"/>
          </p:cNvPicPr>
          <p:nvPr>
            <p:ph idx="1"/>
          </p:nvPr>
        </p:nvPicPr>
        <p:blipFill>
          <a:blip r:embed="rId3"/>
          <a:stretch>
            <a:fillRect/>
          </a:stretch>
        </p:blipFill>
        <p:spPr>
          <a:xfrm>
            <a:off x="286505" y="274638"/>
            <a:ext cx="8570989" cy="2949784"/>
          </a:xfrm>
        </p:spPr>
      </p:pic>
      <p:sp>
        <p:nvSpPr>
          <p:cNvPr id="10" name="Rectangle 4">
            <a:extLst>
              <a:ext uri="{FF2B5EF4-FFF2-40B4-BE49-F238E27FC236}">
                <a16:creationId xmlns:a16="http://schemas.microsoft.com/office/drawing/2014/main" id="{D30D201E-325F-C01F-07F0-C968C0278091}"/>
              </a:ext>
            </a:extLst>
          </p:cNvPr>
          <p:cNvSpPr>
            <a:spLocks noChangeArrowheads="1"/>
          </p:cNvSpPr>
          <p:nvPr/>
        </p:nvSpPr>
        <p:spPr bwMode="auto">
          <a:xfrm>
            <a:off x="192011" y="3975080"/>
            <a:ext cx="8665483" cy="22397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5373" tIns="-125373" rIns="-125373" bIns="-12537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Segoe UI Web (West European)"/>
              </a:rPr>
              <a:t>Dutch</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en-US" sz="1000" b="0" i="0" u="none" strike="noStrike" cap="none" normalizeH="0" baseline="0" dirty="0">
                <a:ln>
                  <a:noFill/>
                </a:ln>
                <a:solidFill>
                  <a:srgbClr val="000000"/>
                </a:solidFill>
                <a:effectLst/>
                <a:latin typeface="Segoe UI Web (West European)"/>
              </a:rPr>
              <a:t>&gt; Ah, de kwestie van kunstmatige intelligentie, een onderwerp dat, hoewel niet direct behandeld in mijn eigen tijd, zeker kan worden onderzocht door de lens van mijn filosofische kader. Zoals u wellicht weet, is mijn filosofie diep geworteld in de notie van de modale aspecten van de werkelijkheid en het idee dat de hele schepping onderworpen is aan de soevereiniteit van God. Bij het overwegen van AI moeten we eerst erkennen dat het een product is van menselijke creativiteit en technologische vooruitgang, die onder het cultuurhistorische aspect van de werkelijkheid valt. Dit aspect wordt gekenmerkt door menselijke vormende kracht, waar we onze omgeving vormgeven en transformeren. Het is echter cruciaal om te onthouden dat deze vormende kracht niet autonoom is, maar onderworpen is aan de goddelijke orde en de normatieve principes die alle aspecten van de schepping beheersen. AI moet, net als elke andere technologische ontwikkeling, worden geëvalueerd in het licht van deze normatieve principes. We moeten ons afvragen: bevordert AI rechtvaardigheid, liefde en rentmeesterschap, of leidt het tot ontmenselijking en de erosie van morele verantwoordelijkheid? Het is absoluut noodzakelijk dat we niet toestaan dat AI een afgod wordt, een valse god die we zonder vragen dienen. In plaats daarvan moeten we ervoor zorgen dat het het grotere goed dient en in overeenstemming is met de ethische normen die de wil van de Schepper weerspiegelen. Bovendien daagt AI ons uit om na te denken over de grenzen van het menselijk begrip en het mysterie van het bewustzijn. Hoewel AI bepaalde aspecten van het menselijk denken kan nabootsen, mist het de spirituele dimensie die een integraal onderdeel is van ons wezen. Deze spirituele dimensie is wat ons verbindt met het goddelijke en ons onze unieke identiteit geeft als beelddragers van God. Concluderend, als we met AI omgaan, moeten we dit doen met onderscheidingsvermogen, nederigheid en toewijding aan de normatieve principes die de hele schepping leiden. We moeten ervoor zorgen dat onze technologische vooruitgang dient om de menselijke bloei te vergroten en de glorie van God te weerspiegelen, in plaats van ons weg te leiden van onze ware roeping.</a:t>
            </a:r>
            <a:endParaRPr kumimoji="0" lang="nl-NL"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1F95CE66-4DEE-8BFF-EC07-6BD1AB4C0750}"/>
              </a:ext>
            </a:extLst>
          </p:cNvPr>
          <p:cNvSpPr txBox="1"/>
          <p:nvPr/>
        </p:nvSpPr>
        <p:spPr>
          <a:xfrm>
            <a:off x="1692728" y="3341132"/>
            <a:ext cx="5758542" cy="369332"/>
          </a:xfrm>
          <a:prstGeom prst="rect">
            <a:avLst/>
          </a:prstGeom>
          <a:noFill/>
        </p:spPr>
        <p:txBody>
          <a:bodyPr wrap="square" rtlCol="0">
            <a:spAutoFit/>
          </a:bodyPr>
          <a:lstStyle/>
          <a:p>
            <a:r>
              <a:rPr lang="en-AU" dirty="0" err="1">
                <a:hlinkClick r:id="rId4"/>
              </a:rPr>
              <a:t>Dooyeweerd</a:t>
            </a:r>
            <a:r>
              <a:rPr lang="en-AU" dirty="0">
                <a:hlinkClick r:id="rId4"/>
              </a:rPr>
              <a:t>-bot</a:t>
            </a:r>
            <a:endParaRPr lang="en-AU" dirty="0"/>
          </a:p>
        </p:txBody>
      </p:sp>
    </p:spTree>
    <p:extLst>
      <p:ext uri="{BB962C8B-B14F-4D97-AF65-F5344CB8AC3E}">
        <p14:creationId xmlns:p14="http://schemas.microsoft.com/office/powerpoint/2010/main" val="2640455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B7C83-37E6-C4FE-F1C6-CEF4E4F1F39A}"/>
              </a:ext>
            </a:extLst>
          </p:cNvPr>
          <p:cNvSpPr>
            <a:spLocks noGrp="1"/>
          </p:cNvSpPr>
          <p:nvPr>
            <p:ph type="title"/>
          </p:nvPr>
        </p:nvSpPr>
        <p:spPr/>
        <p:txBody>
          <a:bodyPr/>
          <a:lstStyle/>
          <a:p>
            <a:r>
              <a:rPr lang="en-US" dirty="0"/>
              <a:t>Military AI Ethics Frameworks</a:t>
            </a:r>
            <a:endParaRPr lang="en-AU" dirty="0"/>
          </a:p>
        </p:txBody>
      </p:sp>
      <p:sp>
        <p:nvSpPr>
          <p:cNvPr id="3" name="Slide Number Placeholder 2">
            <a:extLst>
              <a:ext uri="{FF2B5EF4-FFF2-40B4-BE49-F238E27FC236}">
                <a16:creationId xmlns:a16="http://schemas.microsoft.com/office/drawing/2014/main" id="{C7D99610-FBE6-B7D5-142C-8985D097E519}"/>
              </a:ext>
            </a:extLst>
          </p:cNvPr>
          <p:cNvSpPr>
            <a:spLocks noGrp="1"/>
          </p:cNvSpPr>
          <p:nvPr>
            <p:ph type="sldNum" idx="12"/>
          </p:nvPr>
        </p:nvSpPr>
        <p:spPr/>
        <p:txBody>
          <a:bodyPr/>
          <a:lstStyle/>
          <a:p>
            <a:pPr marL="0" lvl="0" indent="0" algn="r" rtl="0">
              <a:spcBef>
                <a:spcPts val="0"/>
              </a:spcBef>
              <a:spcAft>
                <a:spcPts val="0"/>
              </a:spcAft>
              <a:buNone/>
            </a:pPr>
            <a:r>
              <a:rPr lang="en-US"/>
              <a:t>PAGE </a:t>
            </a:r>
            <a:fld id="{00000000-1234-1234-1234-123412341234}" type="slidenum">
              <a:rPr lang="en-US" smtClean="0"/>
              <a:t>15</a:t>
            </a:fld>
            <a:endParaRPr/>
          </a:p>
        </p:txBody>
      </p:sp>
      <p:pic>
        <p:nvPicPr>
          <p:cNvPr id="4" name="Picture 3">
            <a:extLst>
              <a:ext uri="{FF2B5EF4-FFF2-40B4-BE49-F238E27FC236}">
                <a16:creationId xmlns:a16="http://schemas.microsoft.com/office/drawing/2014/main" id="{FC0DE789-359D-FCAA-1BE6-2E4DDC5FEB65}"/>
              </a:ext>
            </a:extLst>
          </p:cNvPr>
          <p:cNvPicPr>
            <a:picLocks noChangeAspect="1"/>
          </p:cNvPicPr>
          <p:nvPr/>
        </p:nvPicPr>
        <p:blipFill>
          <a:blip r:embed="rId2"/>
          <a:stretch>
            <a:fillRect/>
          </a:stretch>
        </p:blipFill>
        <p:spPr>
          <a:xfrm>
            <a:off x="783630" y="1489514"/>
            <a:ext cx="7257143" cy="4571429"/>
          </a:xfrm>
          <a:prstGeom prst="rect">
            <a:avLst/>
          </a:prstGeom>
        </p:spPr>
      </p:pic>
      <p:sp>
        <p:nvSpPr>
          <p:cNvPr id="5" name="TextBox 4">
            <a:extLst>
              <a:ext uri="{FF2B5EF4-FFF2-40B4-BE49-F238E27FC236}">
                <a16:creationId xmlns:a16="http://schemas.microsoft.com/office/drawing/2014/main" id="{AF5962F8-C7BD-D280-280B-67BB5E3196F6}"/>
              </a:ext>
            </a:extLst>
          </p:cNvPr>
          <p:cNvSpPr txBox="1"/>
          <p:nvPr/>
        </p:nvSpPr>
        <p:spPr>
          <a:xfrm>
            <a:off x="878889" y="6060943"/>
            <a:ext cx="7636461" cy="400110"/>
          </a:xfrm>
          <a:prstGeom prst="rect">
            <a:avLst/>
          </a:prstGeom>
          <a:noFill/>
        </p:spPr>
        <p:txBody>
          <a:bodyPr wrap="square" rtlCol="0">
            <a:spAutoFit/>
          </a:bodyPr>
          <a:lstStyle/>
          <a:p>
            <a:r>
              <a:rPr lang="en-US" sz="1000" dirty="0">
                <a:effectLst/>
                <a:latin typeface="Calibri" panose="020F0502020204030204" pitchFamily="34" charset="0"/>
                <a:ea typeface="Calibri" panose="020F0502020204030204" pitchFamily="34" charset="0"/>
              </a:rPr>
              <a:t>Salmon, P.M., King, B., McLean, S. &amp; Read, G.J.M. (2022). </a:t>
            </a:r>
            <a:r>
              <a:rPr lang="en-US" sz="1000" i="1" dirty="0">
                <a:effectLst/>
                <a:latin typeface="Calibri" panose="020F0502020204030204" pitchFamily="34" charset="0"/>
                <a:ea typeface="Calibri" panose="020F0502020204030204" pitchFamily="34" charset="0"/>
              </a:rPr>
              <a:t>A framework of Human Factors methods for safe, ethical, and usable Artificial Intelligence in Defence</a:t>
            </a:r>
            <a:r>
              <a:rPr lang="en-US" sz="1000" dirty="0">
                <a:effectLst/>
                <a:latin typeface="Calibri" panose="020F0502020204030204" pitchFamily="34" charset="0"/>
                <a:ea typeface="Calibri" panose="020F0502020204030204" pitchFamily="34" charset="0"/>
              </a:rPr>
              <a:t>. [</a:t>
            </a:r>
            <a:r>
              <a:rPr lang="en-US" sz="1000" i="1" dirty="0">
                <a:effectLst/>
                <a:latin typeface="Calibri" panose="020F0502020204030204" pitchFamily="34" charset="0"/>
                <a:ea typeface="Calibri" panose="020F0502020204030204" pitchFamily="34" charset="0"/>
              </a:rPr>
              <a:t>Draft</a:t>
            </a:r>
            <a:r>
              <a:rPr lang="en-US" sz="1000" dirty="0">
                <a:effectLst/>
                <a:latin typeface="Calibri" panose="020F0502020204030204" pitchFamily="34" charset="0"/>
                <a:ea typeface="Calibri" panose="020F0502020204030204" pitchFamily="34" charset="0"/>
              </a:rPr>
              <a:t>] Centre for Human Factors and Sociotechnical Systems. University of the Sunshine Coast</a:t>
            </a:r>
            <a:endParaRPr lang="en-AU" sz="10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104482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399F07-2CE2-8A3D-CFB4-79BFD700B9FF}"/>
              </a:ext>
            </a:extLst>
          </p:cNvPr>
          <p:cNvSpPr>
            <a:spLocks noGrp="1"/>
          </p:cNvSpPr>
          <p:nvPr>
            <p:ph type="title"/>
          </p:nvPr>
        </p:nvSpPr>
        <p:spPr/>
        <p:txBody>
          <a:bodyPr/>
          <a:lstStyle/>
          <a:p>
            <a:r>
              <a:rPr lang="nl-NL" dirty="0"/>
              <a:t>Just War </a:t>
            </a:r>
            <a:r>
              <a:rPr lang="nl-NL" dirty="0" err="1"/>
              <a:t>Tradition</a:t>
            </a:r>
            <a:r>
              <a:rPr lang="nl-NL" dirty="0"/>
              <a:t>: ad </a:t>
            </a:r>
            <a:r>
              <a:rPr lang="nl-NL" dirty="0" err="1"/>
              <a:t>bellum</a:t>
            </a:r>
            <a:r>
              <a:rPr lang="nl-NL" dirty="0"/>
              <a:t> + in bello</a:t>
            </a:r>
          </a:p>
        </p:txBody>
      </p:sp>
      <p:sp>
        <p:nvSpPr>
          <p:cNvPr id="3" name="Tijdelijke aanduiding voor inhoud 2">
            <a:extLst>
              <a:ext uri="{FF2B5EF4-FFF2-40B4-BE49-F238E27FC236}">
                <a16:creationId xmlns:a16="http://schemas.microsoft.com/office/drawing/2014/main" id="{B7358CE2-27AD-E2AA-B2DB-AE8A4E4A3187}"/>
              </a:ext>
            </a:extLst>
          </p:cNvPr>
          <p:cNvSpPr>
            <a:spLocks noGrp="1"/>
          </p:cNvSpPr>
          <p:nvPr>
            <p:ph idx="1"/>
          </p:nvPr>
        </p:nvSpPr>
        <p:spPr/>
        <p:txBody>
          <a:bodyPr>
            <a:normAutofit/>
          </a:bodyPr>
          <a:lstStyle/>
          <a:p>
            <a:pPr marL="95250" indent="0">
              <a:buNone/>
            </a:pPr>
            <a:r>
              <a:rPr lang="nl-NL" sz="3000" dirty="0"/>
              <a:t>AI </a:t>
            </a:r>
            <a:r>
              <a:rPr lang="nl-NL" sz="3000" dirty="0" err="1"/>
              <a:t>decision</a:t>
            </a:r>
            <a:r>
              <a:rPr lang="nl-NL" sz="3000" dirty="0"/>
              <a:t> support systems must </a:t>
            </a:r>
            <a:r>
              <a:rPr lang="nl-NL" sz="3000" dirty="0" err="1"/>
              <a:t>ensure</a:t>
            </a:r>
            <a:r>
              <a:rPr lang="nl-NL" sz="3000" dirty="0"/>
              <a:t> </a:t>
            </a:r>
            <a:r>
              <a:rPr lang="nl-NL" sz="3000" dirty="0" err="1"/>
              <a:t>that</a:t>
            </a:r>
            <a:r>
              <a:rPr lang="nl-NL" sz="3000" dirty="0"/>
              <a:t> </a:t>
            </a:r>
            <a:r>
              <a:rPr lang="nl-NL" sz="3000" dirty="0" err="1"/>
              <a:t>use</a:t>
            </a:r>
            <a:r>
              <a:rPr lang="nl-NL" sz="3000" dirty="0"/>
              <a:t> of force is </a:t>
            </a:r>
            <a:r>
              <a:rPr lang="nl-NL" sz="3000" dirty="0" err="1"/>
              <a:t>applied</a:t>
            </a:r>
            <a:r>
              <a:rPr lang="nl-NL" sz="3000" dirty="0"/>
              <a:t> </a:t>
            </a:r>
            <a:r>
              <a:rPr lang="nl-NL" sz="3000" dirty="0" err="1"/>
              <a:t>with</a:t>
            </a:r>
            <a:r>
              <a:rPr lang="nl-NL" sz="3000" dirty="0"/>
              <a:t> respect </a:t>
            </a:r>
            <a:r>
              <a:rPr lang="nl-NL" sz="3000" dirty="0" err="1"/>
              <a:t>to</a:t>
            </a:r>
            <a:r>
              <a:rPr lang="nl-NL" sz="3000" dirty="0"/>
              <a:t> in bello </a:t>
            </a:r>
            <a:r>
              <a:rPr lang="nl-NL" sz="3000" dirty="0" err="1"/>
              <a:t>principles</a:t>
            </a:r>
            <a:r>
              <a:rPr lang="nl-NL" sz="3000" dirty="0"/>
              <a:t> of:</a:t>
            </a:r>
          </a:p>
          <a:p>
            <a:r>
              <a:rPr lang="nl-NL" sz="3000" dirty="0" err="1"/>
              <a:t>Proportionality</a:t>
            </a:r>
            <a:r>
              <a:rPr lang="nl-NL" sz="3000" dirty="0"/>
              <a:t> (</a:t>
            </a:r>
            <a:r>
              <a:rPr lang="nl-NL" sz="3000" dirty="0" err="1"/>
              <a:t>near</a:t>
            </a:r>
            <a:r>
              <a:rPr lang="nl-NL" sz="3000" dirty="0"/>
              <a:t> </a:t>
            </a:r>
            <a:r>
              <a:rPr lang="nl-NL" sz="3000" dirty="0" err="1"/>
              <a:t>impossible</a:t>
            </a:r>
            <a:r>
              <a:rPr lang="nl-NL" sz="3000" dirty="0"/>
              <a:t> </a:t>
            </a:r>
            <a:r>
              <a:rPr lang="nl-NL" sz="3000" dirty="0" err="1"/>
              <a:t>for</a:t>
            </a:r>
            <a:r>
              <a:rPr lang="nl-NL" sz="3000" dirty="0"/>
              <a:t> AI </a:t>
            </a:r>
            <a:r>
              <a:rPr lang="nl-NL" sz="3000" dirty="0" err="1"/>
              <a:t>to</a:t>
            </a:r>
            <a:r>
              <a:rPr lang="nl-NL" sz="3000" dirty="0"/>
              <a:t> ‘</a:t>
            </a:r>
            <a:r>
              <a:rPr lang="nl-NL" sz="3000" dirty="0" err="1"/>
              <a:t>decide</a:t>
            </a:r>
            <a:r>
              <a:rPr lang="nl-NL" sz="3000" dirty="0"/>
              <a:t>’ </a:t>
            </a:r>
            <a:r>
              <a:rPr lang="nl-NL" sz="3000" dirty="0" err="1"/>
              <a:t>upon</a:t>
            </a:r>
            <a:r>
              <a:rPr lang="nl-NL" sz="3000" dirty="0"/>
              <a:t>)</a:t>
            </a:r>
          </a:p>
          <a:p>
            <a:r>
              <a:rPr lang="nl-NL" sz="3000" dirty="0" err="1"/>
              <a:t>Distinction</a:t>
            </a:r>
            <a:r>
              <a:rPr lang="nl-NL" sz="3000" dirty="0"/>
              <a:t> (</a:t>
            </a:r>
            <a:r>
              <a:rPr lang="nl-NL" sz="3000" dirty="0" err="1"/>
              <a:t>doable</a:t>
            </a:r>
            <a:r>
              <a:rPr lang="nl-NL" sz="3000" dirty="0"/>
              <a:t> </a:t>
            </a:r>
            <a:r>
              <a:rPr lang="nl-NL" sz="3000" dirty="0" err="1"/>
              <a:t>for</a:t>
            </a:r>
            <a:r>
              <a:rPr lang="nl-NL" sz="3000" dirty="0"/>
              <a:t> AI </a:t>
            </a:r>
            <a:r>
              <a:rPr lang="nl-NL" sz="3000" dirty="0" err="1"/>
              <a:t>if</a:t>
            </a:r>
            <a:r>
              <a:rPr lang="nl-NL" sz="3000" dirty="0"/>
              <a:t> </a:t>
            </a:r>
            <a:r>
              <a:rPr lang="nl-NL" sz="3000" dirty="0" err="1"/>
              <a:t>trained</a:t>
            </a:r>
            <a:r>
              <a:rPr lang="nl-NL" sz="3000" dirty="0"/>
              <a:t> well; BUT WHAT IS WELL?)</a:t>
            </a:r>
          </a:p>
          <a:p>
            <a:r>
              <a:rPr lang="nl-NL" sz="3000" dirty="0" err="1"/>
              <a:t>Precautionary</a:t>
            </a:r>
            <a:r>
              <a:rPr lang="nl-NL" sz="3000" dirty="0"/>
              <a:t> </a:t>
            </a:r>
            <a:r>
              <a:rPr lang="nl-NL" sz="3000" dirty="0" err="1"/>
              <a:t>measures</a:t>
            </a:r>
            <a:r>
              <a:rPr lang="nl-NL" sz="3000" dirty="0"/>
              <a:t> (</a:t>
            </a:r>
            <a:r>
              <a:rPr lang="nl-NL" sz="3000" dirty="0" err="1"/>
              <a:t>mitigating</a:t>
            </a:r>
            <a:r>
              <a:rPr lang="nl-NL" sz="3000" dirty="0"/>
              <a:t> </a:t>
            </a:r>
            <a:r>
              <a:rPr lang="nl-NL" sz="3000" dirty="0" err="1"/>
              <a:t>which</a:t>
            </a:r>
            <a:r>
              <a:rPr lang="nl-NL" sz="3000" dirty="0"/>
              <a:t> </a:t>
            </a:r>
            <a:r>
              <a:rPr lang="nl-NL" sz="3000" dirty="0" err="1"/>
              <a:t>risks</a:t>
            </a:r>
            <a:r>
              <a:rPr lang="nl-NL" sz="3000" dirty="0"/>
              <a:t> at </a:t>
            </a:r>
            <a:r>
              <a:rPr lang="nl-NL" sz="3000" dirty="0" err="1"/>
              <a:t>which</a:t>
            </a:r>
            <a:r>
              <a:rPr lang="nl-NL" sz="3000" dirty="0"/>
              <a:t> point?)</a:t>
            </a:r>
          </a:p>
        </p:txBody>
      </p:sp>
      <p:sp>
        <p:nvSpPr>
          <p:cNvPr id="4" name="Tijdelijke aanduiding voor dianummer 3">
            <a:extLst>
              <a:ext uri="{FF2B5EF4-FFF2-40B4-BE49-F238E27FC236}">
                <a16:creationId xmlns:a16="http://schemas.microsoft.com/office/drawing/2014/main" id="{96D9DBAE-D301-7D50-3238-F4FE8F48ABF4}"/>
              </a:ext>
            </a:extLst>
          </p:cNvPr>
          <p:cNvSpPr>
            <a:spLocks noGrp="1"/>
          </p:cNvSpPr>
          <p:nvPr>
            <p:ph type="sldNum" sz="quarter" idx="12"/>
          </p:nvPr>
        </p:nvSpPr>
        <p:spPr/>
        <p:txBody>
          <a:bodyPr/>
          <a:lstStyle/>
          <a:p>
            <a:fld id="{C1FF6DA9-008F-8B48-92A6-B652298478BF}" type="slidenum">
              <a:rPr lang="en-US" smtClean="0"/>
              <a:t>16</a:t>
            </a:fld>
            <a:endParaRPr lang="en-US"/>
          </a:p>
        </p:txBody>
      </p:sp>
    </p:spTree>
    <p:extLst>
      <p:ext uri="{BB962C8B-B14F-4D97-AF65-F5344CB8AC3E}">
        <p14:creationId xmlns:p14="http://schemas.microsoft.com/office/powerpoint/2010/main" val="19002771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7289</TotalTime>
  <Words>1824</Words>
  <Application>Microsoft Office PowerPoint</Application>
  <PresentationFormat>Diavoorstelling (4:3)</PresentationFormat>
  <Paragraphs>107</Paragraphs>
  <Slides>17</Slides>
  <Notes>9</Notes>
  <HiddenSlides>0</HiddenSlides>
  <MMClips>0</MMClips>
  <ScaleCrop>false</ScaleCrop>
  <HeadingPairs>
    <vt:vector size="6" baseType="variant">
      <vt:variant>
        <vt:lpstr>Gebruikte lettertypen</vt:lpstr>
      </vt:variant>
      <vt:variant>
        <vt:i4>5</vt:i4>
      </vt:variant>
      <vt:variant>
        <vt:lpstr>Thema</vt:lpstr>
      </vt:variant>
      <vt:variant>
        <vt:i4>2</vt:i4>
      </vt:variant>
      <vt:variant>
        <vt:lpstr>Diatitels</vt:lpstr>
      </vt:variant>
      <vt:variant>
        <vt:i4>17</vt:i4>
      </vt:variant>
    </vt:vector>
  </HeadingPairs>
  <TitlesOfParts>
    <vt:vector size="24" baseType="lpstr">
      <vt:lpstr>Arial</vt:lpstr>
      <vt:lpstr>Calibri</vt:lpstr>
      <vt:lpstr>Segoe UI Web (West European)</vt:lpstr>
      <vt:lpstr>Times New Roman</vt:lpstr>
      <vt:lpstr>Wingdings</vt:lpstr>
      <vt:lpstr>1_Office Theme</vt:lpstr>
      <vt:lpstr>Office Theme</vt:lpstr>
      <vt:lpstr>Christian Philosophy and the Case of Responsible Military  AI  </vt:lpstr>
      <vt:lpstr>What kind of military AI? UK MoD JSP936 Directive (2024 page 3):</vt:lpstr>
      <vt:lpstr>Frameworks for evaluating military AI</vt:lpstr>
      <vt:lpstr>Object detection and identification systems</vt:lpstr>
      <vt:lpstr>Example Lavender AI system</vt:lpstr>
      <vt:lpstr>AI sub-systems around Lavender</vt:lpstr>
      <vt:lpstr>       Reformational Philosophy:  Herman Dooyeweerd  (1894-1977)</vt:lpstr>
      <vt:lpstr>
Naive experience is experience of ‘wholes’</vt:lpstr>
      <vt:lpstr>15 Modal Aspects: Ways of being meaningful </vt:lpstr>
      <vt:lpstr> “Law-spheres” </vt:lpstr>
      <vt:lpstr>Evaluate Lavender against aspects:</vt:lpstr>
      <vt:lpstr>Conclusion</vt:lpstr>
      <vt:lpstr>Thank you!  Questions?</vt:lpstr>
      <vt:lpstr>Drempelwaardes in detectie algoritmes </vt:lpstr>
      <vt:lpstr>PowerPoint-presentatie</vt:lpstr>
      <vt:lpstr>Military AI Ethics Frameworks</vt:lpstr>
      <vt:lpstr>Just War Tradition: ad bellum + in bello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Technology  The non-neutrality of technology</dc:title>
  <dc:creator>Christine Boshuijzen van Burken</dc:creator>
  <cp:lastModifiedBy>Boshuijzen - Van Burken, Christine</cp:lastModifiedBy>
  <cp:revision>18</cp:revision>
  <dcterms:created xsi:type="dcterms:W3CDTF">2020-11-08T23:16:11Z</dcterms:created>
  <dcterms:modified xsi:type="dcterms:W3CDTF">2026-10-08T01:03:22Z</dcterms:modified>
</cp:coreProperties>
</file>