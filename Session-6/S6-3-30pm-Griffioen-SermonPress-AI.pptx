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4"/>
  </p:sldMasterIdLst>
  <p:notesMasterIdLst>
    <p:notesMasterId r:id="rId24"/>
  </p:notesMasterIdLst>
  <p:sldIdLst>
    <p:sldId id="308" r:id="rId5"/>
    <p:sldId id="322" r:id="rId6"/>
    <p:sldId id="317" r:id="rId7"/>
    <p:sldId id="330" r:id="rId8"/>
    <p:sldId id="331" r:id="rId9"/>
    <p:sldId id="332" r:id="rId10"/>
    <p:sldId id="319" r:id="rId11"/>
    <p:sldId id="320" r:id="rId12"/>
    <p:sldId id="329" r:id="rId13"/>
    <p:sldId id="325" r:id="rId14"/>
    <p:sldId id="327" r:id="rId15"/>
    <p:sldId id="328" r:id="rId16"/>
    <p:sldId id="318" r:id="rId17"/>
    <p:sldId id="315" r:id="rId18"/>
    <p:sldId id="324" r:id="rId19"/>
    <p:sldId id="321" r:id="rId20"/>
    <p:sldId id="314" r:id="rId21"/>
    <p:sldId id="333" r:id="rId22"/>
    <p:sldId id="326"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ason Wyenberg" initials="JW" lastIdx="1" clrIdx="0">
    <p:extLst>
      <p:ext uri="{19B8F6BF-5375-455C-9EA6-DF929625EA0E}">
        <p15:presenceInfo xmlns:p15="http://schemas.microsoft.com/office/powerpoint/2012/main" userId="S-1-5-21-565008698-28454099-83611176-28114" providerId="AD"/>
      </p:ext>
    </p:extLst>
  </p:cmAuthor>
  <p:cmAuthor id="2" name="Derek Chitwood" initials="DC" lastIdx="1" clrIdx="1">
    <p:extLst>
      <p:ext uri="{19B8F6BF-5375-455C-9EA6-DF929625EA0E}">
        <p15:presenceInfo xmlns:p15="http://schemas.microsoft.com/office/powerpoint/2012/main" userId="S::dchitwood@dordt.edu::14261311-3b70-4b35-a877-e0b51c3324b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B81C"/>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515F2D9-A16E-A340-A677-5A879C557101}" v="76" dt="2026-01-19T22:13:27.1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277"/>
    <p:restoredTop sz="94730"/>
  </p:normalViewPr>
  <p:slideViewPr>
    <p:cSldViewPr snapToGrid="0">
      <p:cViewPr varScale="1">
        <p:scale>
          <a:sx n="119" d="100"/>
          <a:sy n="119" d="100"/>
        </p:scale>
        <p:origin x="336" y="17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ul Griffioen" userId="ca9dd935-0e82-4a1b-8ffc-441732a0fc9c" providerId="ADAL" clId="{16F721C7-37BF-5DA2-9020-2B10328D22DE}"/>
    <pc:docChg chg="undo redo custSel addSld delSld modSld sldOrd">
      <pc:chgData name="Paul Griffioen" userId="ca9dd935-0e82-4a1b-8ffc-441732a0fc9c" providerId="ADAL" clId="{16F721C7-37BF-5DA2-9020-2B10328D22DE}" dt="2026-01-19T22:13:27.168" v="447"/>
      <pc:docMkLst>
        <pc:docMk/>
      </pc:docMkLst>
      <pc:sldChg chg="modSp add del mod">
        <pc:chgData name="Paul Griffioen" userId="ca9dd935-0e82-4a1b-8ffc-441732a0fc9c" providerId="ADAL" clId="{16F721C7-37BF-5DA2-9020-2B10328D22DE}" dt="2026-01-19T22:01:41.898" v="208" actId="2696"/>
        <pc:sldMkLst>
          <pc:docMk/>
          <pc:sldMk cId="2107333519" sldId="303"/>
        </pc:sldMkLst>
        <pc:spChg chg="mod">
          <ac:chgData name="Paul Griffioen" userId="ca9dd935-0e82-4a1b-8ffc-441732a0fc9c" providerId="ADAL" clId="{16F721C7-37BF-5DA2-9020-2B10328D22DE}" dt="2026-01-19T21:53:51.657" v="120"/>
          <ac:spMkLst>
            <pc:docMk/>
            <pc:sldMk cId="2107333519" sldId="303"/>
            <ac:spMk id="3" creationId="{1869DE87-8831-CFD5-1851-15C9BBC2F599}"/>
          </ac:spMkLst>
        </pc:spChg>
        <pc:spChg chg="mod">
          <ac:chgData name="Paul Griffioen" userId="ca9dd935-0e82-4a1b-8ffc-441732a0fc9c" providerId="ADAL" clId="{16F721C7-37BF-5DA2-9020-2B10328D22DE}" dt="2026-01-19T21:58:16.408" v="175" actId="14100"/>
          <ac:spMkLst>
            <pc:docMk/>
            <pc:sldMk cId="2107333519" sldId="303"/>
            <ac:spMk id="6" creationId="{25836216-78E7-16B2-A1C2-CEB3EB8F8746}"/>
          </ac:spMkLst>
        </pc:spChg>
        <pc:spChg chg="mod">
          <ac:chgData name="Paul Griffioen" userId="ca9dd935-0e82-4a1b-8ffc-441732a0fc9c" providerId="ADAL" clId="{16F721C7-37BF-5DA2-9020-2B10328D22DE}" dt="2026-01-19T21:54:44.749" v="124" actId="1076"/>
          <ac:spMkLst>
            <pc:docMk/>
            <pc:sldMk cId="2107333519" sldId="303"/>
            <ac:spMk id="9" creationId="{34ED028F-A449-BE72-BF34-3C1D7D27404A}"/>
          </ac:spMkLst>
        </pc:spChg>
        <pc:spChg chg="mod">
          <ac:chgData name="Paul Griffioen" userId="ca9dd935-0e82-4a1b-8ffc-441732a0fc9c" providerId="ADAL" clId="{16F721C7-37BF-5DA2-9020-2B10328D22DE}" dt="2026-01-19T21:58:27.261" v="179" actId="1037"/>
          <ac:spMkLst>
            <pc:docMk/>
            <pc:sldMk cId="2107333519" sldId="303"/>
            <ac:spMk id="20" creationId="{9A1CA41F-E251-64D7-F945-431094483840}"/>
          </ac:spMkLst>
        </pc:spChg>
        <pc:spChg chg="mod">
          <ac:chgData name="Paul Griffioen" userId="ca9dd935-0e82-4a1b-8ffc-441732a0fc9c" providerId="ADAL" clId="{16F721C7-37BF-5DA2-9020-2B10328D22DE}" dt="2026-01-19T21:56:41.661" v="134" actId="1076"/>
          <ac:spMkLst>
            <pc:docMk/>
            <pc:sldMk cId="2107333519" sldId="303"/>
            <ac:spMk id="22" creationId="{56FCC6EB-5E3F-0971-EC25-02048267EDF5}"/>
          </ac:spMkLst>
        </pc:spChg>
        <pc:spChg chg="mod">
          <ac:chgData name="Paul Griffioen" userId="ca9dd935-0e82-4a1b-8ffc-441732a0fc9c" providerId="ADAL" clId="{16F721C7-37BF-5DA2-9020-2B10328D22DE}" dt="2026-01-19T21:57:32.544" v="169" actId="1038"/>
          <ac:spMkLst>
            <pc:docMk/>
            <pc:sldMk cId="2107333519" sldId="303"/>
            <ac:spMk id="23" creationId="{B7CE27A2-0820-AD5D-3AE3-D434E7560FBF}"/>
          </ac:spMkLst>
        </pc:spChg>
        <pc:spChg chg="mod">
          <ac:chgData name="Paul Griffioen" userId="ca9dd935-0e82-4a1b-8ffc-441732a0fc9c" providerId="ADAL" clId="{16F721C7-37BF-5DA2-9020-2B10328D22DE}" dt="2026-01-19T21:56:46.580" v="135" actId="1076"/>
          <ac:spMkLst>
            <pc:docMk/>
            <pc:sldMk cId="2107333519" sldId="303"/>
            <ac:spMk id="38" creationId="{FE55CD81-0751-341E-5064-0A10FFCF2117}"/>
          </ac:spMkLst>
        </pc:spChg>
        <pc:cxnChg chg="mod">
          <ac:chgData name="Paul Griffioen" userId="ca9dd935-0e82-4a1b-8ffc-441732a0fc9c" providerId="ADAL" clId="{16F721C7-37BF-5DA2-9020-2B10328D22DE}" dt="2026-01-19T21:58:04.897" v="174" actId="14100"/>
          <ac:cxnSpMkLst>
            <pc:docMk/>
            <pc:sldMk cId="2107333519" sldId="303"/>
            <ac:cxnSpMk id="17" creationId="{D5102F17-EBFB-4FBF-3FD7-BD0771E06950}"/>
          </ac:cxnSpMkLst>
        </pc:cxnChg>
        <pc:cxnChg chg="mod">
          <ac:chgData name="Paul Griffioen" userId="ca9dd935-0e82-4a1b-8ffc-441732a0fc9c" providerId="ADAL" clId="{16F721C7-37BF-5DA2-9020-2B10328D22DE}" dt="2026-01-19T21:57:32.544" v="169" actId="1038"/>
          <ac:cxnSpMkLst>
            <pc:docMk/>
            <pc:sldMk cId="2107333519" sldId="303"/>
            <ac:cxnSpMk id="21" creationId="{68840D49-AE3D-9E02-56C3-1BB6263AED4D}"/>
          </ac:cxnSpMkLst>
        </pc:cxnChg>
        <pc:cxnChg chg="mod">
          <ac:chgData name="Paul Griffioen" userId="ca9dd935-0e82-4a1b-8ffc-441732a0fc9c" providerId="ADAL" clId="{16F721C7-37BF-5DA2-9020-2B10328D22DE}" dt="2026-01-19T21:57:23.393" v="140" actId="14100"/>
          <ac:cxnSpMkLst>
            <pc:docMk/>
            <pc:sldMk cId="2107333519" sldId="303"/>
            <ac:cxnSpMk id="25" creationId="{EA300842-79E8-ECAA-FE4D-9A4658DBB537}"/>
          </ac:cxnSpMkLst>
        </pc:cxnChg>
      </pc:sldChg>
      <pc:sldChg chg="modSp add mod">
        <pc:chgData name="Paul Griffioen" userId="ca9dd935-0e82-4a1b-8ffc-441732a0fc9c" providerId="ADAL" clId="{16F721C7-37BF-5DA2-9020-2B10328D22DE}" dt="2026-01-19T22:07:33.800" v="380" actId="1036"/>
        <pc:sldMkLst>
          <pc:docMk/>
          <pc:sldMk cId="1281450659" sldId="304"/>
        </pc:sldMkLst>
        <pc:spChg chg="mod">
          <ac:chgData name="Paul Griffioen" userId="ca9dd935-0e82-4a1b-8ffc-441732a0fc9c" providerId="ADAL" clId="{16F721C7-37BF-5DA2-9020-2B10328D22DE}" dt="2026-01-19T21:53:51.657" v="120"/>
          <ac:spMkLst>
            <pc:docMk/>
            <pc:sldMk cId="1281450659" sldId="304"/>
            <ac:spMk id="3" creationId="{1869DE87-8831-CFD5-1851-15C9BBC2F599}"/>
          </ac:spMkLst>
        </pc:spChg>
        <pc:spChg chg="mod">
          <ac:chgData name="Paul Griffioen" userId="ca9dd935-0e82-4a1b-8ffc-441732a0fc9c" providerId="ADAL" clId="{16F721C7-37BF-5DA2-9020-2B10328D22DE}" dt="2026-01-19T22:05:58.834" v="351" actId="14100"/>
          <ac:spMkLst>
            <pc:docMk/>
            <pc:sldMk cId="1281450659" sldId="304"/>
            <ac:spMk id="6" creationId="{25836216-78E7-16B2-A1C2-CEB3EB8F8746}"/>
          </ac:spMkLst>
        </pc:spChg>
        <pc:spChg chg="mod">
          <ac:chgData name="Paul Griffioen" userId="ca9dd935-0e82-4a1b-8ffc-441732a0fc9c" providerId="ADAL" clId="{16F721C7-37BF-5DA2-9020-2B10328D22DE}" dt="2026-01-19T22:05:40.975" v="349" actId="27636"/>
          <ac:spMkLst>
            <pc:docMk/>
            <pc:sldMk cId="1281450659" sldId="304"/>
            <ac:spMk id="9" creationId="{34ED028F-A449-BE72-BF34-3C1D7D27404A}"/>
          </ac:spMkLst>
        </pc:spChg>
        <pc:spChg chg="mod">
          <ac:chgData name="Paul Griffioen" userId="ca9dd935-0e82-4a1b-8ffc-441732a0fc9c" providerId="ADAL" clId="{16F721C7-37BF-5DA2-9020-2B10328D22DE}" dt="2026-01-19T22:07:33.800" v="380" actId="1036"/>
          <ac:spMkLst>
            <pc:docMk/>
            <pc:sldMk cId="1281450659" sldId="304"/>
            <ac:spMk id="14" creationId="{6CFB8F7E-57F7-6C16-CE29-2C06DEA6A39D}"/>
          </ac:spMkLst>
        </pc:spChg>
        <pc:spChg chg="mod">
          <ac:chgData name="Paul Griffioen" userId="ca9dd935-0e82-4a1b-8ffc-441732a0fc9c" providerId="ADAL" clId="{16F721C7-37BF-5DA2-9020-2B10328D22DE}" dt="2026-01-19T22:06:55.398" v="357" actId="1076"/>
          <ac:spMkLst>
            <pc:docMk/>
            <pc:sldMk cId="1281450659" sldId="304"/>
            <ac:spMk id="16" creationId="{FB833578-D2BB-D235-24CA-49C92D0DF718}"/>
          </ac:spMkLst>
        </pc:spChg>
        <pc:spChg chg="mod">
          <ac:chgData name="Paul Griffioen" userId="ca9dd935-0e82-4a1b-8ffc-441732a0fc9c" providerId="ADAL" clId="{16F721C7-37BF-5DA2-9020-2B10328D22DE}" dt="2026-01-19T22:07:01.116" v="358" actId="1076"/>
          <ac:spMkLst>
            <pc:docMk/>
            <pc:sldMk cId="1281450659" sldId="304"/>
            <ac:spMk id="17" creationId="{9A8D3D49-9242-DBF5-4BC3-A60D22A4160F}"/>
          </ac:spMkLst>
        </pc:spChg>
        <pc:spChg chg="mod">
          <ac:chgData name="Paul Griffioen" userId="ca9dd935-0e82-4a1b-8ffc-441732a0fc9c" providerId="ADAL" clId="{16F721C7-37BF-5DA2-9020-2B10328D22DE}" dt="2026-01-19T22:07:33.800" v="380" actId="1036"/>
          <ac:spMkLst>
            <pc:docMk/>
            <pc:sldMk cId="1281450659" sldId="304"/>
            <ac:spMk id="19" creationId="{14810638-FC8A-4D18-2E49-B85BF839A544}"/>
          </ac:spMkLst>
        </pc:spChg>
        <pc:spChg chg="mod">
          <ac:chgData name="Paul Griffioen" userId="ca9dd935-0e82-4a1b-8ffc-441732a0fc9c" providerId="ADAL" clId="{16F721C7-37BF-5DA2-9020-2B10328D22DE}" dt="2026-01-19T22:07:33.800" v="380" actId="1036"/>
          <ac:spMkLst>
            <pc:docMk/>
            <pc:sldMk cId="1281450659" sldId="304"/>
            <ac:spMk id="20" creationId="{89EA8BFD-8A30-E85B-D5BE-A43826621A16}"/>
          </ac:spMkLst>
        </pc:spChg>
      </pc:sldChg>
      <pc:sldChg chg="modSp add del mod">
        <pc:chgData name="Paul Griffioen" userId="ca9dd935-0e82-4a1b-8ffc-441732a0fc9c" providerId="ADAL" clId="{16F721C7-37BF-5DA2-9020-2B10328D22DE}" dt="2026-01-19T22:01:22.105" v="207" actId="2696"/>
        <pc:sldMkLst>
          <pc:docMk/>
          <pc:sldMk cId="517045683" sldId="305"/>
        </pc:sldMkLst>
        <pc:spChg chg="mod">
          <ac:chgData name="Paul Griffioen" userId="ca9dd935-0e82-4a1b-8ffc-441732a0fc9c" providerId="ADAL" clId="{16F721C7-37BF-5DA2-9020-2B10328D22DE}" dt="2026-01-19T21:53:51.657" v="120"/>
          <ac:spMkLst>
            <pc:docMk/>
            <pc:sldMk cId="517045683" sldId="305"/>
            <ac:spMk id="3" creationId="{1869DE87-8831-CFD5-1851-15C9BBC2F599}"/>
          </ac:spMkLst>
        </pc:spChg>
        <pc:spChg chg="mod">
          <ac:chgData name="Paul Griffioen" userId="ca9dd935-0e82-4a1b-8ffc-441732a0fc9c" providerId="ADAL" clId="{16F721C7-37BF-5DA2-9020-2B10328D22DE}" dt="2026-01-19T21:53:51.695" v="121" actId="27636"/>
          <ac:spMkLst>
            <pc:docMk/>
            <pc:sldMk cId="517045683" sldId="305"/>
            <ac:spMk id="6" creationId="{25836216-78E7-16B2-A1C2-CEB3EB8F8746}"/>
          </ac:spMkLst>
        </pc:spChg>
        <pc:spChg chg="mod">
          <ac:chgData name="Paul Griffioen" userId="ca9dd935-0e82-4a1b-8ffc-441732a0fc9c" providerId="ADAL" clId="{16F721C7-37BF-5DA2-9020-2B10328D22DE}" dt="2026-01-19T21:54:53.136" v="125" actId="1076"/>
          <ac:spMkLst>
            <pc:docMk/>
            <pc:sldMk cId="517045683" sldId="305"/>
            <ac:spMk id="9" creationId="{34ED028F-A449-BE72-BF34-3C1D7D27404A}"/>
          </ac:spMkLst>
        </pc:spChg>
      </pc:sldChg>
      <pc:sldChg chg="modSp add mod ord">
        <pc:chgData name="Paul Griffioen" userId="ca9dd935-0e82-4a1b-8ffc-441732a0fc9c" providerId="ADAL" clId="{16F721C7-37BF-5DA2-9020-2B10328D22DE}" dt="2026-01-19T22:11:26.689" v="439" actId="1038"/>
        <pc:sldMkLst>
          <pc:docMk/>
          <pc:sldMk cId="1076945302" sldId="306"/>
        </pc:sldMkLst>
        <pc:spChg chg="mod">
          <ac:chgData name="Paul Griffioen" userId="ca9dd935-0e82-4a1b-8ffc-441732a0fc9c" providerId="ADAL" clId="{16F721C7-37BF-5DA2-9020-2B10328D22DE}" dt="2026-01-19T21:53:51.657" v="120"/>
          <ac:spMkLst>
            <pc:docMk/>
            <pc:sldMk cId="1076945302" sldId="306"/>
            <ac:spMk id="3" creationId="{1869DE87-8831-CFD5-1851-15C9BBC2F599}"/>
          </ac:spMkLst>
        </pc:spChg>
        <pc:spChg chg="mod">
          <ac:chgData name="Paul Griffioen" userId="ca9dd935-0e82-4a1b-8ffc-441732a0fc9c" providerId="ADAL" clId="{16F721C7-37BF-5DA2-9020-2B10328D22DE}" dt="2026-01-19T21:55:39.983" v="128" actId="1076"/>
          <ac:spMkLst>
            <pc:docMk/>
            <pc:sldMk cId="1076945302" sldId="306"/>
            <ac:spMk id="9" creationId="{34ED028F-A449-BE72-BF34-3C1D7D27404A}"/>
          </ac:spMkLst>
        </pc:spChg>
        <pc:spChg chg="mod">
          <ac:chgData name="Paul Griffioen" userId="ca9dd935-0e82-4a1b-8ffc-441732a0fc9c" providerId="ADAL" clId="{16F721C7-37BF-5DA2-9020-2B10328D22DE}" dt="2026-01-19T22:11:05.678" v="417" actId="20577"/>
          <ac:spMkLst>
            <pc:docMk/>
            <pc:sldMk cId="1076945302" sldId="306"/>
            <ac:spMk id="10" creationId="{5CF0C064-E03F-FF1B-26AF-45F387F13BB9}"/>
          </ac:spMkLst>
        </pc:spChg>
        <pc:spChg chg="mod">
          <ac:chgData name="Paul Griffioen" userId="ca9dd935-0e82-4a1b-8ffc-441732a0fc9c" providerId="ADAL" clId="{16F721C7-37BF-5DA2-9020-2B10328D22DE}" dt="2026-01-19T22:11:16.807" v="432" actId="20577"/>
          <ac:spMkLst>
            <pc:docMk/>
            <pc:sldMk cId="1076945302" sldId="306"/>
            <ac:spMk id="12" creationId="{EDC21F3A-6F2A-D873-09FD-8450088B377B}"/>
          </ac:spMkLst>
        </pc:spChg>
        <pc:spChg chg="mod">
          <ac:chgData name="Paul Griffioen" userId="ca9dd935-0e82-4a1b-8ffc-441732a0fc9c" providerId="ADAL" clId="{16F721C7-37BF-5DA2-9020-2B10328D22DE}" dt="2026-01-19T22:02:29.793" v="230" actId="1076"/>
          <ac:spMkLst>
            <pc:docMk/>
            <pc:sldMk cId="1076945302" sldId="306"/>
            <ac:spMk id="27" creationId="{2353A992-966A-14F4-D144-ECCE50EC7CCB}"/>
          </ac:spMkLst>
        </pc:spChg>
        <pc:cxnChg chg="mod">
          <ac:chgData name="Paul Griffioen" userId="ca9dd935-0e82-4a1b-8ffc-441732a0fc9c" providerId="ADAL" clId="{16F721C7-37BF-5DA2-9020-2B10328D22DE}" dt="2026-01-19T22:11:26.689" v="439" actId="1038"/>
          <ac:cxnSpMkLst>
            <pc:docMk/>
            <pc:sldMk cId="1076945302" sldId="306"/>
            <ac:cxnSpMk id="14" creationId="{FC2EBA39-A35F-49FA-5C3A-C793EDC0F163}"/>
          </ac:cxnSpMkLst>
        </pc:cxnChg>
        <pc:cxnChg chg="mod">
          <ac:chgData name="Paul Griffioen" userId="ca9dd935-0e82-4a1b-8ffc-441732a0fc9c" providerId="ADAL" clId="{16F721C7-37BF-5DA2-9020-2B10328D22DE}" dt="2026-01-19T22:02:29.793" v="230" actId="1076"/>
          <ac:cxnSpMkLst>
            <pc:docMk/>
            <pc:sldMk cId="1076945302" sldId="306"/>
            <ac:cxnSpMk id="26" creationId="{4D1E5706-7FA2-3DA0-4EB5-C24D57A197C0}"/>
          </ac:cxnSpMkLst>
        </pc:cxnChg>
        <pc:cxnChg chg="mod">
          <ac:chgData name="Paul Griffioen" userId="ca9dd935-0e82-4a1b-8ffc-441732a0fc9c" providerId="ADAL" clId="{16F721C7-37BF-5DA2-9020-2B10328D22DE}" dt="2026-01-19T22:02:29.793" v="230" actId="1076"/>
          <ac:cxnSpMkLst>
            <pc:docMk/>
            <pc:sldMk cId="1076945302" sldId="306"/>
            <ac:cxnSpMk id="29" creationId="{57B600C9-B648-76D8-F151-DDD3431C0A5D}"/>
          </ac:cxnSpMkLst>
        </pc:cxnChg>
      </pc:sldChg>
      <pc:sldChg chg="modSp add mod">
        <pc:chgData name="Paul Griffioen" userId="ca9dd935-0e82-4a1b-8ffc-441732a0fc9c" providerId="ADAL" clId="{16F721C7-37BF-5DA2-9020-2B10328D22DE}" dt="2026-01-19T22:02:56.612" v="251" actId="1036"/>
        <pc:sldMkLst>
          <pc:docMk/>
          <pc:sldMk cId="2957849107" sldId="307"/>
        </pc:sldMkLst>
        <pc:spChg chg="mod">
          <ac:chgData name="Paul Griffioen" userId="ca9dd935-0e82-4a1b-8ffc-441732a0fc9c" providerId="ADAL" clId="{16F721C7-37BF-5DA2-9020-2B10328D22DE}" dt="2026-01-19T21:53:51.657" v="120"/>
          <ac:spMkLst>
            <pc:docMk/>
            <pc:sldMk cId="2957849107" sldId="307"/>
            <ac:spMk id="3" creationId="{1869DE87-8831-CFD5-1851-15C9BBC2F599}"/>
          </ac:spMkLst>
        </pc:spChg>
        <pc:spChg chg="mod">
          <ac:chgData name="Paul Griffioen" userId="ca9dd935-0e82-4a1b-8ffc-441732a0fc9c" providerId="ADAL" clId="{16F721C7-37BF-5DA2-9020-2B10328D22DE}" dt="2026-01-19T21:54:59.626" v="126" actId="1076"/>
          <ac:spMkLst>
            <pc:docMk/>
            <pc:sldMk cId="2957849107" sldId="307"/>
            <ac:spMk id="9" creationId="{34ED028F-A449-BE72-BF34-3C1D7D27404A}"/>
          </ac:spMkLst>
        </pc:spChg>
        <pc:spChg chg="mod">
          <ac:chgData name="Paul Griffioen" userId="ca9dd935-0e82-4a1b-8ffc-441732a0fc9c" providerId="ADAL" clId="{16F721C7-37BF-5DA2-9020-2B10328D22DE}" dt="2026-01-19T22:02:56.612" v="251" actId="1036"/>
          <ac:spMkLst>
            <pc:docMk/>
            <pc:sldMk cId="2957849107" sldId="307"/>
            <ac:spMk id="11" creationId="{14C20A2A-BAAB-1221-CBB7-E46697A6ED85}"/>
          </ac:spMkLst>
        </pc:spChg>
      </pc:sldChg>
      <pc:sldChg chg="modSp mod">
        <pc:chgData name="Paul Griffioen" userId="ca9dd935-0e82-4a1b-8ffc-441732a0fc9c" providerId="ADAL" clId="{16F721C7-37BF-5DA2-9020-2B10328D22DE}" dt="2026-01-19T21:33:15.042" v="119" actId="20577"/>
        <pc:sldMkLst>
          <pc:docMk/>
          <pc:sldMk cId="3256960705" sldId="308"/>
        </pc:sldMkLst>
        <pc:spChg chg="mod">
          <ac:chgData name="Paul Griffioen" userId="ca9dd935-0e82-4a1b-8ffc-441732a0fc9c" providerId="ADAL" clId="{16F721C7-37BF-5DA2-9020-2B10328D22DE}" dt="2026-01-19T21:33:15.042" v="119" actId="20577"/>
          <ac:spMkLst>
            <pc:docMk/>
            <pc:sldMk cId="3256960705" sldId="308"/>
            <ac:spMk id="2" creationId="{5F64BED0-936D-F60E-9FB3-73BCD0A9F9BF}"/>
          </ac:spMkLst>
        </pc:spChg>
      </pc:sldChg>
      <pc:sldChg chg="del">
        <pc:chgData name="Paul Griffioen" userId="ca9dd935-0e82-4a1b-8ffc-441732a0fc9c" providerId="ADAL" clId="{16F721C7-37BF-5DA2-9020-2B10328D22DE}" dt="2026-01-19T21:32:59.528" v="62" actId="2696"/>
        <pc:sldMkLst>
          <pc:docMk/>
          <pc:sldMk cId="1869104147" sldId="309"/>
        </pc:sldMkLst>
      </pc:sldChg>
      <pc:sldChg chg="addSp modSp add mod modAnim">
        <pc:chgData name="Paul Griffioen" userId="ca9dd935-0e82-4a1b-8ffc-441732a0fc9c" providerId="ADAL" clId="{16F721C7-37BF-5DA2-9020-2B10328D22DE}" dt="2026-01-19T22:12:50.983" v="443"/>
        <pc:sldMkLst>
          <pc:docMk/>
          <pc:sldMk cId="3459972491" sldId="309"/>
        </pc:sldMkLst>
        <pc:spChg chg="add mod">
          <ac:chgData name="Paul Griffioen" userId="ca9dd935-0e82-4a1b-8ffc-441732a0fc9c" providerId="ADAL" clId="{16F721C7-37BF-5DA2-9020-2B10328D22DE}" dt="2026-01-19T22:00:01.285" v="192" actId="1076"/>
          <ac:spMkLst>
            <pc:docMk/>
            <pc:sldMk cId="3459972491" sldId="309"/>
            <ac:spMk id="4" creationId="{30D383F5-A252-B9B2-CEEA-A777F214AAC1}"/>
          </ac:spMkLst>
        </pc:spChg>
        <pc:spChg chg="mod">
          <ac:chgData name="Paul Griffioen" userId="ca9dd935-0e82-4a1b-8ffc-441732a0fc9c" providerId="ADAL" clId="{16F721C7-37BF-5DA2-9020-2B10328D22DE}" dt="2026-01-19T22:00:48.490" v="204" actId="14100"/>
          <ac:spMkLst>
            <pc:docMk/>
            <pc:sldMk cId="3459972491" sldId="309"/>
            <ac:spMk id="6" creationId="{F22F7D0B-A956-DA27-F825-5E5F3878CB6F}"/>
          </ac:spMkLst>
        </pc:spChg>
        <pc:spChg chg="mod">
          <ac:chgData name="Paul Griffioen" userId="ca9dd935-0e82-4a1b-8ffc-441732a0fc9c" providerId="ADAL" clId="{16F721C7-37BF-5DA2-9020-2B10328D22DE}" dt="2026-01-19T22:01:01.935" v="205" actId="1076"/>
          <ac:spMkLst>
            <pc:docMk/>
            <pc:sldMk cId="3459972491" sldId="309"/>
            <ac:spMk id="38" creationId="{33289933-7CAD-CBAC-F386-AB76D711D0B7}"/>
          </ac:spMkLst>
        </pc:spChg>
        <pc:cxnChg chg="mod">
          <ac:chgData name="Paul Griffioen" userId="ca9dd935-0e82-4a1b-8ffc-441732a0fc9c" providerId="ADAL" clId="{16F721C7-37BF-5DA2-9020-2B10328D22DE}" dt="2026-01-19T22:01:06.272" v="206" actId="14100"/>
          <ac:cxnSpMkLst>
            <pc:docMk/>
            <pc:sldMk cId="3459972491" sldId="309"/>
            <ac:cxnSpMk id="25" creationId="{4E2E1AD5-4D55-BE3B-CED9-DD76B4762824}"/>
          </ac:cxnSpMkLst>
        </pc:cxnChg>
      </pc:sldChg>
      <pc:sldChg chg="del">
        <pc:chgData name="Paul Griffioen" userId="ca9dd935-0e82-4a1b-8ffc-441732a0fc9c" providerId="ADAL" clId="{16F721C7-37BF-5DA2-9020-2B10328D22DE}" dt="2026-01-19T21:32:59.649" v="63" actId="2696"/>
        <pc:sldMkLst>
          <pc:docMk/>
          <pc:sldMk cId="1758038399" sldId="310"/>
        </pc:sldMkLst>
      </pc:sldChg>
      <pc:sldChg chg="modSp add mod modAnim">
        <pc:chgData name="Paul Griffioen" userId="ca9dd935-0e82-4a1b-8ffc-441732a0fc9c" providerId="ADAL" clId="{16F721C7-37BF-5DA2-9020-2B10328D22DE}" dt="2026-01-19T22:13:27.168" v="447"/>
        <pc:sldMkLst>
          <pc:docMk/>
          <pc:sldMk cId="3720635206" sldId="310"/>
        </pc:sldMkLst>
        <pc:spChg chg="mod">
          <ac:chgData name="Paul Griffioen" userId="ca9dd935-0e82-4a1b-8ffc-441732a0fc9c" providerId="ADAL" clId="{16F721C7-37BF-5DA2-9020-2B10328D22DE}" dt="2026-01-19T22:03:57.049" v="252"/>
          <ac:spMkLst>
            <pc:docMk/>
            <pc:sldMk cId="3720635206" sldId="310"/>
            <ac:spMk id="3" creationId="{1869DE87-8831-CFD5-1851-15C9BBC2F599}"/>
          </ac:spMkLst>
        </pc:spChg>
        <pc:spChg chg="mod">
          <ac:chgData name="Paul Griffioen" userId="ca9dd935-0e82-4a1b-8ffc-441732a0fc9c" providerId="ADAL" clId="{16F721C7-37BF-5DA2-9020-2B10328D22DE}" dt="2026-01-19T22:04:11.977" v="280" actId="1076"/>
          <ac:spMkLst>
            <pc:docMk/>
            <pc:sldMk cId="3720635206" sldId="310"/>
            <ac:spMk id="9" creationId="{34ED028F-A449-BE72-BF34-3C1D7D27404A}"/>
          </ac:spMkLst>
        </pc:spChg>
        <pc:spChg chg="mod">
          <ac:chgData name="Paul Griffioen" userId="ca9dd935-0e82-4a1b-8ffc-441732a0fc9c" providerId="ADAL" clId="{16F721C7-37BF-5DA2-9020-2B10328D22DE}" dt="2026-01-19T22:04:20.869" v="296" actId="1036"/>
          <ac:spMkLst>
            <pc:docMk/>
            <pc:sldMk cId="3720635206" sldId="310"/>
            <ac:spMk id="11" creationId="{14C20A2A-BAAB-1221-CBB7-E46697A6ED85}"/>
          </ac:spMkLst>
        </pc:spChg>
      </pc:sldChg>
      <pc:sldChg chg="modSp add mod">
        <pc:chgData name="Paul Griffioen" userId="ca9dd935-0e82-4a1b-8ffc-441732a0fc9c" providerId="ADAL" clId="{16F721C7-37BF-5DA2-9020-2B10328D22DE}" dt="2026-01-19T22:12:05.778" v="441" actId="14100"/>
        <pc:sldMkLst>
          <pc:docMk/>
          <pc:sldMk cId="2356649453" sldId="311"/>
        </pc:sldMkLst>
        <pc:spChg chg="mod">
          <ac:chgData name="Paul Griffioen" userId="ca9dd935-0e82-4a1b-8ffc-441732a0fc9c" providerId="ADAL" clId="{16F721C7-37BF-5DA2-9020-2B10328D22DE}" dt="2026-01-19T22:04:41.323" v="297"/>
          <ac:spMkLst>
            <pc:docMk/>
            <pc:sldMk cId="2356649453" sldId="311"/>
            <ac:spMk id="3" creationId="{1869DE87-8831-CFD5-1851-15C9BBC2F599}"/>
          </ac:spMkLst>
        </pc:spChg>
        <pc:spChg chg="mod">
          <ac:chgData name="Paul Griffioen" userId="ca9dd935-0e82-4a1b-8ffc-441732a0fc9c" providerId="ADAL" clId="{16F721C7-37BF-5DA2-9020-2B10328D22DE}" dt="2026-01-19T22:12:05.778" v="441" actId="14100"/>
          <ac:spMkLst>
            <pc:docMk/>
            <pc:sldMk cId="2356649453" sldId="311"/>
            <ac:spMk id="6" creationId="{25836216-78E7-16B2-A1C2-CEB3EB8F8746}"/>
          </ac:spMkLst>
        </pc:spChg>
        <pc:spChg chg="mod">
          <ac:chgData name="Paul Griffioen" userId="ca9dd935-0e82-4a1b-8ffc-441732a0fc9c" providerId="ADAL" clId="{16F721C7-37BF-5DA2-9020-2B10328D22DE}" dt="2026-01-19T22:05:10.787" v="337" actId="27636"/>
          <ac:spMkLst>
            <pc:docMk/>
            <pc:sldMk cId="2356649453" sldId="311"/>
            <ac:spMk id="9" creationId="{34ED028F-A449-BE72-BF34-3C1D7D27404A}"/>
          </ac:spMkLst>
        </pc:spChg>
        <pc:spChg chg="mod">
          <ac:chgData name="Paul Griffioen" userId="ca9dd935-0e82-4a1b-8ffc-441732a0fc9c" providerId="ADAL" clId="{16F721C7-37BF-5DA2-9020-2B10328D22DE}" dt="2026-01-19T22:05:17.005" v="347" actId="1035"/>
          <ac:spMkLst>
            <pc:docMk/>
            <pc:sldMk cId="2356649453" sldId="311"/>
            <ac:spMk id="11" creationId="{14C20A2A-BAAB-1221-CBB7-E46697A6ED85}"/>
          </ac:spMkLst>
        </pc:spChg>
      </pc:sldChg>
      <pc:sldChg chg="del">
        <pc:chgData name="Paul Griffioen" userId="ca9dd935-0e82-4a1b-8ffc-441732a0fc9c" providerId="ADAL" clId="{16F721C7-37BF-5DA2-9020-2B10328D22DE}" dt="2026-01-19T21:32:59.853" v="64" actId="2696"/>
        <pc:sldMkLst>
          <pc:docMk/>
          <pc:sldMk cId="3460648208" sldId="311"/>
        </pc:sldMkLst>
      </pc:sldChg>
      <pc:sldChg chg="del">
        <pc:chgData name="Paul Griffioen" userId="ca9dd935-0e82-4a1b-8ffc-441732a0fc9c" providerId="ADAL" clId="{16F721C7-37BF-5DA2-9020-2B10328D22DE}" dt="2026-01-19T21:33:00.139" v="65" actId="2696"/>
        <pc:sldMkLst>
          <pc:docMk/>
          <pc:sldMk cId="2830032459" sldId="312"/>
        </pc:sldMkLst>
      </pc:sldChg>
      <pc:sldChg chg="del">
        <pc:chgData name="Paul Griffioen" userId="ca9dd935-0e82-4a1b-8ffc-441732a0fc9c" providerId="ADAL" clId="{16F721C7-37BF-5DA2-9020-2B10328D22DE}" dt="2026-01-19T21:33:00.775" v="66" actId="2696"/>
        <pc:sldMkLst>
          <pc:docMk/>
          <pc:sldMk cId="982313375" sldId="313"/>
        </pc:sldMkLst>
      </pc:sldChg>
      <pc:sldChg chg="del">
        <pc:chgData name="Paul Griffioen" userId="ca9dd935-0e82-4a1b-8ffc-441732a0fc9c" providerId="ADAL" clId="{16F721C7-37BF-5DA2-9020-2B10328D22DE}" dt="2026-01-19T21:33:01.165" v="67" actId="2696"/>
        <pc:sldMkLst>
          <pc:docMk/>
          <pc:sldMk cId="4019639963" sldId="314"/>
        </pc:sldMkLst>
      </pc:sldChg>
      <pc:sldChg chg="del">
        <pc:chgData name="Paul Griffioen" userId="ca9dd935-0e82-4a1b-8ffc-441732a0fc9c" providerId="ADAL" clId="{16F721C7-37BF-5DA2-9020-2B10328D22DE}" dt="2026-01-19T21:33:01.945" v="68" actId="2696"/>
        <pc:sldMkLst>
          <pc:docMk/>
          <pc:sldMk cId="2774356913" sldId="31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8EA876-4C64-400B-8F32-693FFC293AB8}" type="datetimeFigureOut">
              <a:rPr lang="en-US" smtClean="0"/>
              <a:t>10/8/26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F2DA20-3D42-4E8C-B630-D8DBFDA5A199}" type="slidenum">
              <a:rPr lang="en-US" smtClean="0"/>
              <a:t>‹#›</a:t>
            </a:fld>
            <a:endParaRPr lang="en-US"/>
          </a:p>
        </p:txBody>
      </p:sp>
    </p:spTree>
    <p:extLst>
      <p:ext uri="{BB962C8B-B14F-4D97-AF65-F5344CB8AC3E}">
        <p14:creationId xmlns:p14="http://schemas.microsoft.com/office/powerpoint/2010/main" val="8216247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kern="1200" dirty="0">
                <a:solidFill>
                  <a:schemeClr val="tx1"/>
                </a:solidFill>
                <a:effectLst/>
                <a:latin typeface="+mn-lt"/>
                <a:ea typeface="+mn-ea"/>
                <a:cs typeface="+mn-cs"/>
              </a:rPr>
              <a:t>regulative principle of AI vs. normative principle of AI</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most people in the church hold to a regulative principle of AI: we are not allowed to use AI unless specifically prescribed that it is okay (Westminster Theological Seminary’s position)</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I hold to more of a normative principle of AI: we should use it unless it violates one of the things God has prohibited</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AI can be used for wonderful things, in many cases to help the church, so here is one of them</a:t>
            </a:r>
          </a:p>
        </p:txBody>
      </p:sp>
      <p:sp>
        <p:nvSpPr>
          <p:cNvPr id="4" name="Slide Number Placeholder 3"/>
          <p:cNvSpPr>
            <a:spLocks noGrp="1"/>
          </p:cNvSpPr>
          <p:nvPr>
            <p:ph type="sldNum" sz="quarter" idx="5"/>
          </p:nvPr>
        </p:nvSpPr>
        <p:spPr/>
        <p:txBody>
          <a:bodyPr/>
          <a:lstStyle/>
          <a:p>
            <a:fld id="{6CF2DA20-3D42-4E8C-B630-D8DBFDA5A199}" type="slidenum">
              <a:rPr lang="en-US" smtClean="0"/>
              <a:t>1</a:t>
            </a:fld>
            <a:endParaRPr lang="en-US"/>
          </a:p>
        </p:txBody>
      </p:sp>
    </p:spTree>
    <p:extLst>
      <p:ext uri="{BB962C8B-B14F-4D97-AF65-F5344CB8AC3E}">
        <p14:creationId xmlns:p14="http://schemas.microsoft.com/office/powerpoint/2010/main" val="37389591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With any technological innovation in history has come the ability to better amplify and more efficiently proclaim the gospel message: printing press, radio, internet, AI</a:t>
            </a:r>
            <a:endParaRPr lang="en-US" sz="120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Pastors and church staff are typically stretched thin and do not have the additional labor or time required for effective digital dissemination, which includes generating transcripts, formatting blog posts, tagging metadata, creating social media reels, and adapting content for multiple platforms</a:t>
            </a:r>
          </a:p>
        </p:txBody>
      </p:sp>
      <p:sp>
        <p:nvSpPr>
          <p:cNvPr id="4" name="Slide Number Placeholder 3"/>
          <p:cNvSpPr>
            <a:spLocks noGrp="1"/>
          </p:cNvSpPr>
          <p:nvPr>
            <p:ph type="sldNum" sz="quarter" idx="5"/>
          </p:nvPr>
        </p:nvSpPr>
        <p:spPr/>
        <p:txBody>
          <a:bodyPr/>
          <a:lstStyle/>
          <a:p>
            <a:fld id="{6CF2DA20-3D42-4E8C-B630-D8DBFDA5A199}" type="slidenum">
              <a:rPr lang="en-US" smtClean="0"/>
              <a:t>2</a:t>
            </a:fld>
            <a:endParaRPr lang="en-US"/>
          </a:p>
        </p:txBody>
      </p:sp>
    </p:spTree>
    <p:extLst>
      <p:ext uri="{BB962C8B-B14F-4D97-AF65-F5344CB8AC3E}">
        <p14:creationId xmlns:p14="http://schemas.microsoft.com/office/powerpoint/2010/main" val="6659683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kern="1200" dirty="0" err="1">
                <a:solidFill>
                  <a:schemeClr val="tx1"/>
                </a:solidFill>
                <a:effectLst/>
                <a:latin typeface="+mn-lt"/>
                <a:ea typeface="+mn-ea"/>
                <a:cs typeface="+mn-cs"/>
              </a:rPr>
              <a:t>SermonPress.AI</a:t>
            </a:r>
            <a:r>
              <a:rPr lang="en-US" sz="1200" kern="1200" dirty="0">
                <a:solidFill>
                  <a:schemeClr val="tx1"/>
                </a:solidFill>
                <a:effectLst/>
                <a:latin typeface="+mn-lt"/>
                <a:ea typeface="+mn-ea"/>
                <a:cs typeface="+mn-cs"/>
              </a:rPr>
              <a:t> holds the firm conviction that the true proclamation of the Gospel is strictly the work of the Holy Spirit, operating through called men and ordinary means of grace within the life of the local church.</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AI cannot replace the preacher.</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Instead, </a:t>
            </a:r>
            <a:r>
              <a:rPr lang="en-US" sz="1200" kern="1200" dirty="0" err="1">
                <a:solidFill>
                  <a:schemeClr val="tx1"/>
                </a:solidFill>
                <a:effectLst/>
                <a:latin typeface="+mn-lt"/>
                <a:ea typeface="+mn-ea"/>
                <a:cs typeface="+mn-cs"/>
              </a:rPr>
              <a:t>SermonPress</a:t>
            </a:r>
            <a:r>
              <a:rPr lang="en-US" sz="1200" kern="1200" dirty="0">
                <a:solidFill>
                  <a:schemeClr val="tx1"/>
                </a:solidFill>
                <a:effectLst/>
                <a:latin typeface="+mn-lt"/>
                <a:ea typeface="+mn-ea"/>
                <a:cs typeface="+mn-cs"/>
              </a:rPr>
              <a:t> AI serves as a digital printing press - converting audio recordings to written transcripts and articles, automating the hosting of multimedia content globally, and translating faithful exposition into foreign languages to maximize its global impact.</a:t>
            </a:r>
          </a:p>
        </p:txBody>
      </p:sp>
      <p:sp>
        <p:nvSpPr>
          <p:cNvPr id="4" name="Slide Number Placeholder 3"/>
          <p:cNvSpPr>
            <a:spLocks noGrp="1"/>
          </p:cNvSpPr>
          <p:nvPr>
            <p:ph type="sldNum" sz="quarter" idx="5"/>
          </p:nvPr>
        </p:nvSpPr>
        <p:spPr/>
        <p:txBody>
          <a:bodyPr/>
          <a:lstStyle/>
          <a:p>
            <a:fld id="{6CF2DA20-3D42-4E8C-B630-D8DBFDA5A199}" type="slidenum">
              <a:rPr lang="en-US" smtClean="0"/>
              <a:t>3</a:t>
            </a:fld>
            <a:endParaRPr lang="en-US"/>
          </a:p>
        </p:txBody>
      </p:sp>
    </p:spTree>
    <p:extLst>
      <p:ext uri="{BB962C8B-B14F-4D97-AF65-F5344CB8AC3E}">
        <p14:creationId xmlns:p14="http://schemas.microsoft.com/office/powerpoint/2010/main" val="24753442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People are Googling questions about the Bible all the time or are encountering biblical content through all of the above platforms</a:t>
            </a:r>
          </a:p>
          <a:p>
            <a:pPr marL="171450" indent="-171450">
              <a:buFont typeface="Arial" panose="020B0604020202020204" pitchFamily="34" charset="0"/>
              <a:buChar char="•"/>
            </a:pPr>
            <a:r>
              <a:rPr lang="en-US" dirty="0"/>
              <a:t>Project born out of Five More Talents</a:t>
            </a:r>
          </a:p>
        </p:txBody>
      </p:sp>
      <p:sp>
        <p:nvSpPr>
          <p:cNvPr id="4" name="Slide Number Placeholder 3"/>
          <p:cNvSpPr>
            <a:spLocks noGrp="1"/>
          </p:cNvSpPr>
          <p:nvPr>
            <p:ph type="sldNum" sz="quarter" idx="5"/>
          </p:nvPr>
        </p:nvSpPr>
        <p:spPr/>
        <p:txBody>
          <a:bodyPr/>
          <a:lstStyle/>
          <a:p>
            <a:fld id="{6CF2DA20-3D42-4E8C-B630-D8DBFDA5A199}" type="slidenum">
              <a:rPr lang="en-US" smtClean="0"/>
              <a:t>4</a:t>
            </a:fld>
            <a:endParaRPr lang="en-US"/>
          </a:p>
        </p:txBody>
      </p:sp>
    </p:spTree>
    <p:extLst>
      <p:ext uri="{BB962C8B-B14F-4D97-AF65-F5344CB8AC3E}">
        <p14:creationId xmlns:p14="http://schemas.microsoft.com/office/powerpoint/2010/main" val="41253023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fld id="{6CF2DA20-3D42-4E8C-B630-D8DBFDA5A199}" type="slidenum">
              <a:rPr lang="en-US" smtClean="0"/>
              <a:t>5</a:t>
            </a:fld>
            <a:endParaRPr lang="en-US"/>
          </a:p>
        </p:txBody>
      </p:sp>
    </p:spTree>
    <p:extLst>
      <p:ext uri="{BB962C8B-B14F-4D97-AF65-F5344CB8AC3E}">
        <p14:creationId xmlns:p14="http://schemas.microsoft.com/office/powerpoint/2010/main" val="21968171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Current integrations with </a:t>
            </a:r>
            <a:r>
              <a:rPr lang="en-US" dirty="0" err="1"/>
              <a:t>SermonAudio</a:t>
            </a:r>
            <a:r>
              <a:rPr lang="en-US" dirty="0"/>
              <a:t> and others, but desire to be totally open-source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INSERT MAP OF SERMONPRESS AI USE HERE</a:t>
            </a:r>
          </a:p>
        </p:txBody>
      </p:sp>
      <p:sp>
        <p:nvSpPr>
          <p:cNvPr id="4" name="Slide Number Placeholder 3"/>
          <p:cNvSpPr>
            <a:spLocks noGrp="1"/>
          </p:cNvSpPr>
          <p:nvPr>
            <p:ph type="sldNum" sz="quarter" idx="5"/>
          </p:nvPr>
        </p:nvSpPr>
        <p:spPr/>
        <p:txBody>
          <a:bodyPr/>
          <a:lstStyle/>
          <a:p>
            <a:fld id="{6CF2DA20-3D42-4E8C-B630-D8DBFDA5A199}" type="slidenum">
              <a:rPr lang="en-US" smtClean="0"/>
              <a:t>8</a:t>
            </a:fld>
            <a:endParaRPr lang="en-US"/>
          </a:p>
        </p:txBody>
      </p:sp>
    </p:spTree>
    <p:extLst>
      <p:ext uri="{BB962C8B-B14F-4D97-AF65-F5344CB8AC3E}">
        <p14:creationId xmlns:p14="http://schemas.microsoft.com/office/powerpoint/2010/main" val="27216652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u="none" strike="noStrike" kern="1200" dirty="0">
                <a:solidFill>
                  <a:schemeClr val="tx1"/>
                </a:solidFill>
                <a:effectLst/>
                <a:latin typeface="+mn-lt"/>
                <a:ea typeface="+mn-ea"/>
                <a:cs typeface="+mn-cs"/>
              </a:rPr>
              <a:t>Workflows are built on a visual canvas using building blocks called </a:t>
            </a:r>
            <a:r>
              <a:rPr lang="en-US" sz="1200" b="1" u="none" strike="noStrike" kern="1200" dirty="0">
                <a:solidFill>
                  <a:schemeClr val="tx1"/>
                </a:solidFill>
                <a:effectLst/>
                <a:latin typeface="+mn-lt"/>
                <a:ea typeface="+mn-ea"/>
                <a:cs typeface="+mn-cs"/>
              </a:rPr>
              <a:t>nodes</a:t>
            </a:r>
            <a:r>
              <a:rPr lang="en-US" sz="1200" b="0" u="none" strike="noStrike" kern="1200" dirty="0">
                <a:solidFill>
                  <a:schemeClr val="tx1"/>
                </a:solidFill>
                <a:effectLst/>
                <a:latin typeface="+mn-lt"/>
                <a:ea typeface="+mn-ea"/>
                <a:cs typeface="+mn-cs"/>
              </a:rPr>
              <a:t>:</a:t>
            </a:r>
          </a:p>
          <a:p>
            <a:pPr marL="171450" indent="-171450">
              <a:buFont typeface="Arial" panose="020B0604020202020204" pitchFamily="34" charset="0"/>
              <a:buChar char="•"/>
            </a:pPr>
            <a:r>
              <a:rPr lang="en-US" sz="1200" b="1" u="none" strike="noStrike" kern="1200" dirty="0">
                <a:solidFill>
                  <a:schemeClr val="tx1"/>
                </a:solidFill>
                <a:effectLst/>
                <a:latin typeface="+mn-lt"/>
                <a:ea typeface="+mn-ea"/>
                <a:cs typeface="+mn-cs"/>
              </a:rPr>
              <a:t>Triggers:</a:t>
            </a:r>
            <a:r>
              <a:rPr lang="en-US" sz="1200" b="0" u="none" strike="noStrike" kern="1200" dirty="0">
                <a:solidFill>
                  <a:schemeClr val="tx1"/>
                </a:solidFill>
                <a:effectLst/>
                <a:latin typeface="+mn-lt"/>
                <a:ea typeface="+mn-ea"/>
                <a:cs typeface="+mn-cs"/>
              </a:rPr>
              <a:t> The starting point of a workflow (such as receiving a new email, submitting a web form, or a scheduled timer).</a:t>
            </a:r>
          </a:p>
          <a:p>
            <a:pPr marL="171450" indent="-171450">
              <a:buFont typeface="Arial" panose="020B0604020202020204" pitchFamily="34" charset="0"/>
              <a:buChar char="•"/>
            </a:pPr>
            <a:r>
              <a:rPr lang="en-US" sz="1200" b="1" u="none" strike="noStrike" kern="1200" dirty="0">
                <a:solidFill>
                  <a:schemeClr val="tx1"/>
                </a:solidFill>
                <a:effectLst/>
                <a:latin typeface="+mn-lt"/>
                <a:ea typeface="+mn-ea"/>
                <a:cs typeface="+mn-cs"/>
              </a:rPr>
              <a:t>Actions/Logic:</a:t>
            </a:r>
            <a:r>
              <a:rPr lang="en-US" sz="1200" b="0" u="none" strike="noStrike" kern="1200" dirty="0">
                <a:solidFill>
                  <a:schemeClr val="tx1"/>
                </a:solidFill>
                <a:effectLst/>
                <a:latin typeface="+mn-lt"/>
                <a:ea typeface="+mn-ea"/>
                <a:cs typeface="+mn-cs"/>
              </a:rPr>
              <a:t> Intermediate or ending steps that process data, make conditional decisions (if/else), loop through items, or integrate with tools like Slack, Google Sheets, or OpenAI.</a:t>
            </a:r>
          </a:p>
          <a:p>
            <a:pPr marL="171450" indent="-171450">
              <a:buFont typeface="Arial" panose="020B0604020202020204" pitchFamily="34" charset="0"/>
              <a:buChar char="•"/>
            </a:pPr>
            <a:r>
              <a:rPr lang="en-US" sz="1200" b="1" u="none" strike="noStrike" kern="1200" dirty="0">
                <a:solidFill>
                  <a:schemeClr val="tx1"/>
                </a:solidFill>
                <a:effectLst/>
                <a:latin typeface="+mn-lt"/>
                <a:ea typeface="+mn-ea"/>
                <a:cs typeface="+mn-cs"/>
              </a:rPr>
              <a:t>Code Execution:</a:t>
            </a:r>
            <a:r>
              <a:rPr lang="en-US" sz="1200" b="0" u="none" strike="noStrike" kern="1200" dirty="0">
                <a:solidFill>
                  <a:schemeClr val="tx1"/>
                </a:solidFill>
                <a:effectLst/>
                <a:latin typeface="+mn-lt"/>
                <a:ea typeface="+mn-ea"/>
                <a:cs typeface="+mn-cs"/>
              </a:rPr>
              <a:t> Optional custom logic written in </a:t>
            </a:r>
            <a:r>
              <a:rPr lang="en-US" sz="1200" b="1" u="none" strike="noStrike" kern="1200" dirty="0">
                <a:solidFill>
                  <a:schemeClr val="tx1"/>
                </a:solidFill>
                <a:effectLst/>
                <a:latin typeface="+mn-lt"/>
                <a:ea typeface="+mn-ea"/>
                <a:cs typeface="+mn-cs"/>
              </a:rPr>
              <a:t>JavaScript</a:t>
            </a:r>
            <a:r>
              <a:rPr lang="en-US" sz="1200" b="0" u="none" strike="noStrike" kern="1200" dirty="0">
                <a:solidFill>
                  <a:schemeClr val="tx1"/>
                </a:solidFill>
                <a:effectLst/>
                <a:latin typeface="+mn-lt"/>
                <a:ea typeface="+mn-ea"/>
                <a:cs typeface="+mn-cs"/>
              </a:rPr>
              <a:t> or </a:t>
            </a:r>
            <a:r>
              <a:rPr lang="en-US" sz="1200" b="1" u="none" strike="noStrike" kern="1200" dirty="0">
                <a:solidFill>
                  <a:schemeClr val="tx1"/>
                </a:solidFill>
                <a:effectLst/>
                <a:latin typeface="+mn-lt"/>
                <a:ea typeface="+mn-ea"/>
                <a:cs typeface="+mn-cs"/>
              </a:rPr>
              <a:t>Python</a:t>
            </a:r>
            <a:r>
              <a:rPr lang="en-US" sz="1200" b="0" u="none" strike="noStrike" kern="1200" dirty="0">
                <a:solidFill>
                  <a:schemeClr val="tx1"/>
                </a:solidFill>
                <a:effectLst/>
                <a:latin typeface="+mn-lt"/>
                <a:ea typeface="+mn-ea"/>
                <a:cs typeface="+mn-cs"/>
              </a:rPr>
              <a:t> to transform complex data inside a node.</a:t>
            </a:r>
          </a:p>
          <a:p>
            <a:r>
              <a:rPr lang="en-US" sz="1200" b="1" u="none" strike="noStrike" kern="1200" dirty="0">
                <a:solidFill>
                  <a:schemeClr val="tx1"/>
                </a:solidFill>
                <a:effectLst/>
                <a:latin typeface="+mn-lt"/>
                <a:ea typeface="+mn-ea"/>
                <a:cs typeface="+mn-cs"/>
              </a:rPr>
              <a:t>Why Use n8n Workflows Instead of Standard AI Tools?</a:t>
            </a:r>
          </a:p>
          <a:p>
            <a:pPr marL="171450" indent="-171450">
              <a:buFont typeface="Arial" panose="020B0604020202020204" pitchFamily="34" charset="0"/>
              <a:buChar char="•"/>
            </a:pPr>
            <a:r>
              <a:rPr lang="en-US" sz="1200" b="1" u="none" strike="noStrike" kern="1200" dirty="0">
                <a:solidFill>
                  <a:schemeClr val="tx1"/>
                </a:solidFill>
                <a:effectLst/>
                <a:latin typeface="+mn-lt"/>
                <a:ea typeface="+mn-ea"/>
                <a:cs typeface="+mn-cs"/>
              </a:rPr>
              <a:t>Reliability and structure:</a:t>
            </a:r>
            <a:r>
              <a:rPr lang="en-US" sz="1200" b="0" u="none" strike="noStrike" kern="1200" dirty="0">
                <a:solidFill>
                  <a:schemeClr val="tx1"/>
                </a:solidFill>
                <a:effectLst/>
                <a:latin typeface="+mn-lt"/>
                <a:ea typeface="+mn-ea"/>
                <a:cs typeface="+mn-cs"/>
              </a:rPr>
              <a:t> Standard AI chatbots operate as isolated "black boxes" that require manual prompt entry and lack persistent connection to software. n8n forces AI to execute tasks through predictable, auditable sequences.</a:t>
            </a:r>
          </a:p>
          <a:p>
            <a:pPr marL="171450" indent="-171450">
              <a:buFont typeface="Arial" panose="020B0604020202020204" pitchFamily="34" charset="0"/>
              <a:buChar char="•"/>
            </a:pPr>
            <a:r>
              <a:rPr lang="en-US" sz="1200" b="1" u="none" strike="noStrike" kern="1200" dirty="0">
                <a:solidFill>
                  <a:schemeClr val="tx1"/>
                </a:solidFill>
                <a:effectLst/>
                <a:latin typeface="+mn-lt"/>
                <a:ea typeface="+mn-ea"/>
                <a:cs typeface="+mn-cs"/>
              </a:rPr>
              <a:t>Multi-app orchestration:</a:t>
            </a:r>
            <a:r>
              <a:rPr lang="en-US" sz="1200" b="0" u="none" strike="noStrike" kern="1200" dirty="0">
                <a:solidFill>
                  <a:schemeClr val="tx1"/>
                </a:solidFill>
                <a:effectLst/>
                <a:latin typeface="+mn-lt"/>
                <a:ea typeface="+mn-ea"/>
                <a:cs typeface="+mn-cs"/>
              </a:rPr>
              <a:t> Standard AI tools cannot natively read your database, update a spreadsheet, send a Slack alert, and log an event in one seamless chain without heavy custom coding.</a:t>
            </a:r>
          </a:p>
          <a:p>
            <a:pPr marL="171450" indent="-171450">
              <a:buFont typeface="Arial" panose="020B0604020202020204" pitchFamily="34" charset="0"/>
              <a:buChar char="•"/>
            </a:pPr>
            <a:r>
              <a:rPr lang="en-US" sz="1200" b="1" u="none" strike="noStrike" kern="1200" dirty="0">
                <a:solidFill>
                  <a:schemeClr val="tx1"/>
                </a:solidFill>
                <a:effectLst/>
                <a:latin typeface="+mn-lt"/>
                <a:ea typeface="+mn-ea"/>
                <a:cs typeface="+mn-cs"/>
              </a:rPr>
              <a:t>Data privacy and self-hosting:</a:t>
            </a:r>
            <a:r>
              <a:rPr lang="en-US" sz="1200" b="0" u="none" strike="noStrike" kern="1200" dirty="0">
                <a:solidFill>
                  <a:schemeClr val="tx1"/>
                </a:solidFill>
                <a:effectLst/>
                <a:latin typeface="+mn-lt"/>
                <a:ea typeface="+mn-ea"/>
                <a:cs typeface="+mn-cs"/>
              </a:rPr>
              <a:t> You can self-host n8n on your own infrastructure, keeping sensitive business data and API tokens secure rather than relying entirely on third-party cloud interfaces.</a:t>
            </a:r>
          </a:p>
          <a:p>
            <a:pPr marL="171450" indent="-171450">
              <a:buFont typeface="Arial" panose="020B0604020202020204" pitchFamily="34" charset="0"/>
              <a:buChar char="•"/>
            </a:pPr>
            <a:r>
              <a:rPr lang="en-US" sz="1200" b="1" u="none" strike="noStrike" kern="1200" dirty="0">
                <a:solidFill>
                  <a:schemeClr val="tx1"/>
                </a:solidFill>
                <a:effectLst/>
                <a:latin typeface="+mn-lt"/>
                <a:ea typeface="+mn-ea"/>
                <a:cs typeface="+mn-cs"/>
              </a:rPr>
              <a:t>Operational controls:</a:t>
            </a:r>
            <a:r>
              <a:rPr lang="en-US" sz="1200" b="0" u="none" strike="noStrike" kern="1200" dirty="0">
                <a:solidFill>
                  <a:schemeClr val="tx1"/>
                </a:solidFill>
                <a:effectLst/>
                <a:latin typeface="+mn-lt"/>
                <a:ea typeface="+mn-ea"/>
                <a:cs typeface="+mn-cs"/>
              </a:rPr>
              <a:t> n8n provides built-in run history, automatic retries for failed API calls, and credential management, reducing invisible failures common in raw AI application development.</a:t>
            </a:r>
            <a:endParaRPr lang="en-US" sz="1200" b="1" u="none" strike="noStrike" kern="1200" dirty="0">
              <a:solidFill>
                <a:schemeClr val="tx1"/>
              </a:solidFill>
              <a:effectLst/>
              <a:latin typeface="+mn-lt"/>
              <a:ea typeface="+mn-ea"/>
              <a:cs typeface="+mn-cs"/>
            </a:endParaRPr>
          </a:p>
          <a:p>
            <a:r>
              <a:rPr lang="en-US" sz="1200" b="1" u="none" strike="noStrike" kern="1200" dirty="0">
                <a:solidFill>
                  <a:schemeClr val="tx1"/>
                </a:solidFill>
                <a:effectLst/>
                <a:latin typeface="+mn-lt"/>
                <a:ea typeface="+mn-ea"/>
                <a:cs typeface="+mn-cs"/>
              </a:rPr>
              <a:t>Why Use n8n Workflows?</a:t>
            </a:r>
          </a:p>
          <a:p>
            <a:pPr marL="171450" indent="-171450">
              <a:buFont typeface="Arial" panose="020B0604020202020204" pitchFamily="34" charset="0"/>
              <a:buChar char="•"/>
            </a:pPr>
            <a:r>
              <a:rPr lang="en-US" sz="1200" b="1" u="none" strike="noStrike" kern="1200" dirty="0">
                <a:solidFill>
                  <a:schemeClr val="tx1"/>
                </a:solidFill>
                <a:effectLst/>
                <a:latin typeface="+mn-lt"/>
                <a:ea typeface="+mn-ea"/>
                <a:cs typeface="+mn-cs"/>
              </a:rPr>
              <a:t>Self-Hosting and Data Privacy:</a:t>
            </a:r>
            <a:r>
              <a:rPr lang="en-US" sz="1200" b="0" u="none" strike="noStrike" kern="1200" dirty="0">
                <a:solidFill>
                  <a:schemeClr val="tx1"/>
                </a:solidFill>
                <a:effectLst/>
                <a:latin typeface="+mn-lt"/>
                <a:ea typeface="+mn-ea"/>
                <a:cs typeface="+mn-cs"/>
              </a:rPr>
              <a:t> You can host n8n on your own servers or private cloud (via Docker), meaning your sensitive data never leaves your infrastructure.</a:t>
            </a:r>
          </a:p>
          <a:p>
            <a:pPr marL="171450" indent="-171450">
              <a:buFont typeface="Arial" panose="020B0604020202020204" pitchFamily="34" charset="0"/>
              <a:buChar char="•"/>
            </a:pPr>
            <a:r>
              <a:rPr lang="en-US" sz="1200" b="1" u="none" strike="noStrike" kern="1200" dirty="0">
                <a:solidFill>
                  <a:schemeClr val="tx1"/>
                </a:solidFill>
                <a:effectLst/>
                <a:latin typeface="+mn-lt"/>
                <a:ea typeface="+mn-ea"/>
                <a:cs typeface="+mn-cs"/>
              </a:rPr>
              <a:t>Cost-Effective Scaling:</a:t>
            </a:r>
            <a:r>
              <a:rPr lang="en-US" sz="1200" b="0" u="none" strike="noStrike" kern="1200" dirty="0">
                <a:solidFill>
                  <a:schemeClr val="tx1"/>
                </a:solidFill>
                <a:effectLst/>
                <a:latin typeface="+mn-lt"/>
                <a:ea typeface="+mn-ea"/>
                <a:cs typeface="+mn-cs"/>
              </a:rPr>
              <a:t> Unlike cloud competitors that charge high fees per task execution, self-hosting is free, and pricing tiers do not penalize you for high-volume data handling.</a:t>
            </a:r>
          </a:p>
          <a:p>
            <a:pPr marL="171450" indent="-171450">
              <a:buFont typeface="Arial" panose="020B0604020202020204" pitchFamily="34" charset="0"/>
              <a:buChar char="•"/>
            </a:pPr>
            <a:r>
              <a:rPr lang="en-US" sz="1200" b="1" u="none" strike="noStrike" kern="1200" dirty="0">
                <a:solidFill>
                  <a:schemeClr val="tx1"/>
                </a:solidFill>
                <a:effectLst/>
                <a:latin typeface="+mn-lt"/>
                <a:ea typeface="+mn-ea"/>
                <a:cs typeface="+mn-cs"/>
              </a:rPr>
              <a:t>Advanced Customization:</a:t>
            </a:r>
            <a:r>
              <a:rPr lang="en-US" sz="1200" b="0" u="none" strike="noStrike" kern="1200" dirty="0">
                <a:solidFill>
                  <a:schemeClr val="tx1"/>
                </a:solidFill>
                <a:effectLst/>
                <a:latin typeface="+mn-lt"/>
                <a:ea typeface="+mn-ea"/>
                <a:cs typeface="+mn-cs"/>
              </a:rPr>
              <a:t> You are not locked into rigid templates; you can insert custom JavaScript/Python code, handle deep API branching, and manage complex error retries.</a:t>
            </a:r>
          </a:p>
          <a:p>
            <a:pPr marL="171450" indent="-171450">
              <a:buFont typeface="Arial" panose="020B0604020202020204" pitchFamily="34" charset="0"/>
              <a:buChar char="•"/>
            </a:pPr>
            <a:r>
              <a:rPr lang="en-US" sz="1200" b="1" u="none" strike="noStrike" kern="1200" dirty="0">
                <a:solidFill>
                  <a:schemeClr val="tx1"/>
                </a:solidFill>
                <a:effectLst/>
                <a:latin typeface="+mn-lt"/>
                <a:ea typeface="+mn-ea"/>
                <a:cs typeface="+mn-cs"/>
              </a:rPr>
              <a:t>Built-in AI &amp; LLM Orchestration:</a:t>
            </a:r>
            <a:r>
              <a:rPr lang="en-US" sz="1200" b="0" u="none" strike="noStrike" kern="1200" dirty="0">
                <a:solidFill>
                  <a:schemeClr val="tx1"/>
                </a:solidFill>
                <a:effectLst/>
                <a:latin typeface="+mn-lt"/>
                <a:ea typeface="+mn-ea"/>
                <a:cs typeface="+mn-cs"/>
              </a:rPr>
              <a:t> N8n natively supports multi-agent AI systems, Retrieval-Augmented Generation (RAG), and connections to tools like OpenAI and Hugging Face.</a:t>
            </a:r>
          </a:p>
        </p:txBody>
      </p:sp>
      <p:sp>
        <p:nvSpPr>
          <p:cNvPr id="4" name="Slide Number Placeholder 3"/>
          <p:cNvSpPr>
            <a:spLocks noGrp="1"/>
          </p:cNvSpPr>
          <p:nvPr>
            <p:ph type="sldNum" sz="quarter" idx="5"/>
          </p:nvPr>
        </p:nvSpPr>
        <p:spPr/>
        <p:txBody>
          <a:bodyPr/>
          <a:lstStyle/>
          <a:p>
            <a:fld id="{6CF2DA20-3D42-4E8C-B630-D8DBFDA5A199}" type="slidenum">
              <a:rPr lang="en-US" smtClean="0"/>
              <a:t>9</a:t>
            </a:fld>
            <a:endParaRPr lang="en-US"/>
          </a:p>
        </p:txBody>
      </p:sp>
    </p:spTree>
    <p:extLst>
      <p:ext uri="{BB962C8B-B14F-4D97-AF65-F5344CB8AC3E}">
        <p14:creationId xmlns:p14="http://schemas.microsoft.com/office/powerpoint/2010/main" val="3601246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Once a day the workflow:</a:t>
            </a:r>
          </a:p>
          <a:p>
            <a:pPr marL="228600" indent="-228600">
              <a:buFont typeface="+mj-lt"/>
              <a:buAutoNum type="arabicPeriod"/>
            </a:pPr>
            <a:r>
              <a:rPr lang="en-US" sz="1200" b="0" i="0" kern="1200" dirty="0">
                <a:solidFill>
                  <a:schemeClr val="tx1"/>
                </a:solidFill>
                <a:effectLst/>
                <a:latin typeface="+mn-lt"/>
                <a:ea typeface="+mn-ea"/>
                <a:cs typeface="+mn-cs"/>
              </a:rPr>
              <a:t>Asks the </a:t>
            </a:r>
            <a:r>
              <a:rPr lang="en-US" sz="1200" b="0" i="0" kern="1200" dirty="0" err="1">
                <a:solidFill>
                  <a:schemeClr val="tx1"/>
                </a:solidFill>
                <a:effectLst/>
                <a:latin typeface="+mn-lt"/>
                <a:ea typeface="+mn-ea"/>
                <a:cs typeface="+mn-cs"/>
              </a:rPr>
              <a:t>SermonAudio</a:t>
            </a:r>
            <a:r>
              <a:rPr lang="en-US" sz="1200" b="0" i="0" kern="1200" dirty="0">
                <a:solidFill>
                  <a:schemeClr val="tx1"/>
                </a:solidFill>
                <a:effectLst/>
                <a:latin typeface="+mn-lt"/>
                <a:ea typeface="+mn-ea"/>
                <a:cs typeface="+mn-cs"/>
              </a:rPr>
              <a:t> API for the broadcaster's most recent sermons.</a:t>
            </a:r>
          </a:p>
          <a:p>
            <a:pPr marL="228600" indent="-228600">
              <a:buFont typeface="+mj-lt"/>
              <a:buAutoNum type="arabicPeriod"/>
            </a:pPr>
            <a:r>
              <a:rPr lang="en-US" sz="1200" b="0" i="0" kern="1200" dirty="0">
                <a:solidFill>
                  <a:schemeClr val="tx1"/>
                </a:solidFill>
                <a:effectLst/>
                <a:latin typeface="+mn-lt"/>
                <a:ea typeface="+mn-ea"/>
                <a:cs typeface="+mn-cs"/>
              </a:rPr>
              <a:t>Ignores anything preached before your configured </a:t>
            </a:r>
            <a:r>
              <a:rPr lang="en-US" sz="1200" b="1" i="0" kern="1200" dirty="0">
                <a:solidFill>
                  <a:schemeClr val="tx1"/>
                </a:solidFill>
                <a:effectLst/>
                <a:latin typeface="+mn-lt"/>
                <a:ea typeface="+mn-ea"/>
                <a:cs typeface="+mn-cs"/>
              </a:rPr>
              <a:t>start date</a:t>
            </a:r>
            <a:r>
              <a:rPr lang="en-US" sz="1200" b="0" i="0" kern="1200" dirty="0">
                <a:solidFill>
                  <a:schemeClr val="tx1"/>
                </a:solidFill>
                <a:effectLst/>
                <a:latin typeface="+mn-lt"/>
                <a:ea typeface="+mn-ea"/>
                <a:cs typeface="+mn-cs"/>
              </a:rPr>
              <a:t>.</a:t>
            </a:r>
          </a:p>
          <a:p>
            <a:pPr marL="228600" indent="-228600">
              <a:buFont typeface="+mj-lt"/>
              <a:buAutoNum type="arabicPeriod"/>
            </a:pPr>
            <a:r>
              <a:rPr lang="en-US" sz="1200" b="0" i="0" kern="1200" dirty="0">
                <a:solidFill>
                  <a:schemeClr val="tx1"/>
                </a:solidFill>
                <a:effectLst/>
                <a:latin typeface="+mn-lt"/>
                <a:ea typeface="+mn-ea"/>
                <a:cs typeface="+mn-cs"/>
              </a:rPr>
              <a:t>Records each sermon in an n8n </a:t>
            </a:r>
            <a:r>
              <a:rPr lang="en-US" sz="1200" b="1" i="0" kern="1200" dirty="0">
                <a:solidFill>
                  <a:schemeClr val="tx1"/>
                </a:solidFill>
                <a:effectLst/>
                <a:latin typeface="+mn-lt"/>
                <a:ea typeface="+mn-ea"/>
                <a:cs typeface="+mn-cs"/>
              </a:rPr>
              <a:t>Data Table</a:t>
            </a:r>
            <a:r>
              <a:rPr lang="en-US" sz="1200" b="0" i="0" kern="1200" dirty="0">
                <a:solidFill>
                  <a:schemeClr val="tx1"/>
                </a:solidFill>
                <a:effectLst/>
                <a:latin typeface="+mn-lt"/>
                <a:ea typeface="+mn-ea"/>
                <a:cs typeface="+mn-cs"/>
              </a:rPr>
              <a:t>, which acts as the memory of what has already been published — so a sermon is never posted twice.</a:t>
            </a:r>
          </a:p>
          <a:p>
            <a:pPr marL="228600" indent="-228600">
              <a:buFont typeface="+mj-lt"/>
              <a:buAutoNum type="arabicPeriod"/>
            </a:pPr>
            <a:r>
              <a:rPr lang="en-US" sz="1200" b="0" i="0" kern="1200" dirty="0">
                <a:solidFill>
                  <a:schemeClr val="tx1"/>
                </a:solidFill>
                <a:effectLst/>
                <a:latin typeface="+mn-lt"/>
                <a:ea typeface="+mn-ea"/>
                <a:cs typeface="+mn-cs"/>
              </a:rPr>
              <a:t>For each sermon not yet published, fetches full details, any video clips, and the transcript.</a:t>
            </a:r>
          </a:p>
          <a:p>
            <a:pPr marL="228600" indent="-228600">
              <a:buFont typeface="+mj-lt"/>
              <a:buAutoNum type="arabicPeriod"/>
            </a:pPr>
            <a:r>
              <a:rPr lang="en-US" sz="1200" b="0" i="0" kern="1200" dirty="0">
                <a:solidFill>
                  <a:schemeClr val="tx1"/>
                </a:solidFill>
                <a:effectLst/>
                <a:latin typeface="+mn-lt"/>
                <a:ea typeface="+mn-ea"/>
                <a:cs typeface="+mn-cs"/>
              </a:rPr>
              <a:t>Creates a WordPress sermon post with the title, date, speaker, Bible book(s), audio embed, video embed, transcript, and a clips gallery.</a:t>
            </a:r>
          </a:p>
          <a:p>
            <a:pPr marL="228600" indent="-228600">
              <a:buFont typeface="+mj-lt"/>
              <a:buAutoNum type="arabicPeriod"/>
            </a:pPr>
            <a:r>
              <a:rPr lang="en-US" sz="1200" b="0" i="0" kern="1200" dirty="0">
                <a:solidFill>
                  <a:schemeClr val="tx1"/>
                </a:solidFill>
                <a:effectLst/>
                <a:latin typeface="+mn-lt"/>
                <a:ea typeface="+mn-ea"/>
                <a:cs typeface="+mn-cs"/>
              </a:rPr>
              <a:t>Marks the sermon as published in the Data Table.</a:t>
            </a:r>
          </a:p>
        </p:txBody>
      </p:sp>
      <p:sp>
        <p:nvSpPr>
          <p:cNvPr id="4" name="Slide Number Placeholder 3"/>
          <p:cNvSpPr>
            <a:spLocks noGrp="1"/>
          </p:cNvSpPr>
          <p:nvPr>
            <p:ph type="sldNum" sz="quarter" idx="5"/>
          </p:nvPr>
        </p:nvSpPr>
        <p:spPr/>
        <p:txBody>
          <a:bodyPr/>
          <a:lstStyle/>
          <a:p>
            <a:fld id="{6CF2DA20-3D42-4E8C-B630-D8DBFDA5A199}" type="slidenum">
              <a:rPr lang="en-US" smtClean="0"/>
              <a:t>10</a:t>
            </a:fld>
            <a:endParaRPr lang="en-US"/>
          </a:p>
        </p:txBody>
      </p:sp>
    </p:spTree>
    <p:extLst>
      <p:ext uri="{BB962C8B-B14F-4D97-AF65-F5344CB8AC3E}">
        <p14:creationId xmlns:p14="http://schemas.microsoft.com/office/powerpoint/2010/main" val="2189841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Uses </a:t>
            </a:r>
            <a:r>
              <a:rPr lang="en-US" dirty="0" err="1"/>
              <a:t>AssemblyAI</a:t>
            </a:r>
            <a:r>
              <a:rPr lang="en-US" dirty="0"/>
              <a:t> to transcribe an audio file when given an audio link</a:t>
            </a:r>
          </a:p>
          <a:p>
            <a:pPr marL="171450" indent="-171450">
              <a:buFont typeface="Arial" panose="020B0604020202020204" pitchFamily="34" charset="0"/>
              <a:buChar char="•"/>
            </a:pPr>
            <a:r>
              <a:rPr lang="en-US" dirty="0"/>
              <a:t>If the input is a WordPress post, OpenAI extracts the information out of it, including the audio link within</a:t>
            </a:r>
          </a:p>
          <a:p>
            <a:pPr marL="171450" indent="-171450">
              <a:buFont typeface="Arial" panose="020B0604020202020204" pitchFamily="34" charset="0"/>
              <a:buChar char="•"/>
            </a:pPr>
            <a:r>
              <a:rPr lang="en-US" dirty="0"/>
              <a:t>OpenAI is used to summarize the transcript, and that summary is added to the document</a:t>
            </a:r>
          </a:p>
        </p:txBody>
      </p:sp>
      <p:sp>
        <p:nvSpPr>
          <p:cNvPr id="4" name="Slide Number Placeholder 3"/>
          <p:cNvSpPr>
            <a:spLocks noGrp="1"/>
          </p:cNvSpPr>
          <p:nvPr>
            <p:ph type="sldNum" sz="quarter" idx="5"/>
          </p:nvPr>
        </p:nvSpPr>
        <p:spPr/>
        <p:txBody>
          <a:bodyPr/>
          <a:lstStyle/>
          <a:p>
            <a:fld id="{6CF2DA20-3D42-4E8C-B630-D8DBFDA5A199}" type="slidenum">
              <a:rPr lang="en-US" smtClean="0"/>
              <a:t>12</a:t>
            </a:fld>
            <a:endParaRPr lang="en-US"/>
          </a:p>
        </p:txBody>
      </p:sp>
    </p:spTree>
    <p:extLst>
      <p:ext uri="{BB962C8B-B14F-4D97-AF65-F5344CB8AC3E}">
        <p14:creationId xmlns:p14="http://schemas.microsoft.com/office/powerpoint/2010/main" val="11499846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kern="1200" dirty="0">
                <a:solidFill>
                  <a:schemeClr val="tx1"/>
                </a:solidFill>
                <a:effectLst/>
                <a:latin typeface="+mn-lt"/>
                <a:ea typeface="+mn-ea"/>
                <a:cs typeface="+mn-cs"/>
              </a:rPr>
              <a:t>Limitations of our current project code: one input format (audio), one output destination (WordPress), no translation, no adaptation for how different platforms actually expect content to be shaped (inclusive of SEO), and a fully manual review-and-publish step</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This is a good foundation that we can build and expand on</a:t>
            </a:r>
          </a:p>
          <a:p>
            <a:r>
              <a:rPr lang="en-US" sz="1200" kern="1200" dirty="0">
                <a:solidFill>
                  <a:schemeClr val="tx1"/>
                </a:solidFill>
                <a:effectLst/>
                <a:latin typeface="+mn-lt"/>
                <a:ea typeface="+mn-ea"/>
                <a:cs typeface="+mn-cs"/>
              </a:rPr>
              <a:t>Capture</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The entry point for the larger platform</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Supports direct sources (mp4 recording files and docx document files) as well as platform sources (</a:t>
            </a:r>
            <a:r>
              <a:rPr lang="en-US" sz="1200" kern="1200" dirty="0" err="1">
                <a:solidFill>
                  <a:schemeClr val="tx1"/>
                </a:solidFill>
                <a:effectLst/>
                <a:latin typeface="+mn-lt"/>
                <a:ea typeface="+mn-ea"/>
                <a:cs typeface="+mn-cs"/>
              </a:rPr>
              <a:t>SermonAudio</a:t>
            </a:r>
            <a:r>
              <a:rPr lang="en-US" sz="1200" kern="1200" dirty="0">
                <a:solidFill>
                  <a:schemeClr val="tx1"/>
                </a:solidFill>
                <a:effectLst/>
                <a:latin typeface="+mn-lt"/>
                <a:ea typeface="+mn-ea"/>
                <a:cs typeface="+mn-cs"/>
              </a:rPr>
              <a:t>)</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Can be expanded to support direct streaming ingestion and other sources of written files and audio recordings</a:t>
            </a:r>
          </a:p>
          <a:p>
            <a:pPr marL="0" indent="0">
              <a:buFont typeface="Arial" panose="020B0604020202020204" pitchFamily="34" charset="0"/>
              <a:buNone/>
            </a:pPr>
            <a:r>
              <a:rPr lang="en-US" sz="1200" kern="1200" dirty="0">
                <a:solidFill>
                  <a:schemeClr val="tx1"/>
                </a:solidFill>
                <a:effectLst/>
                <a:latin typeface="+mn-lt"/>
                <a:ea typeface="+mn-ea"/>
                <a:cs typeface="+mn-cs"/>
              </a:rPr>
              <a:t>Transform</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Translation: preserve the original speaker’s voice with a clear disclosure that the audio is synthesized</a:t>
            </a:r>
          </a:p>
          <a:p>
            <a:pPr marL="0" indent="0">
              <a:buFont typeface="Arial" panose="020B0604020202020204" pitchFamily="34" charset="0"/>
              <a:buNone/>
            </a:pPr>
            <a:r>
              <a:rPr lang="en-US" sz="1200" kern="1200" dirty="0">
                <a:solidFill>
                  <a:schemeClr val="tx1"/>
                </a:solidFill>
                <a:effectLst/>
                <a:latin typeface="+mn-lt"/>
                <a:ea typeface="+mn-ea"/>
                <a:cs typeface="+mn-cs"/>
              </a:rPr>
              <a:t>Distribute</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Source material: WordPress, Substack, podcast RSS, YouTube with captions, email digest to a congregation list, etc.</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Include scheduling once a draft is reviewed and approved</a:t>
            </a:r>
          </a:p>
          <a:p>
            <a:pPr marL="0" indent="0">
              <a:buFont typeface="Arial" panose="020B0604020202020204" pitchFamily="34" charset="0"/>
              <a:buNone/>
            </a:pPr>
            <a:r>
              <a:rPr lang="en-US" sz="1200" kern="1200" dirty="0">
                <a:solidFill>
                  <a:schemeClr val="tx1"/>
                </a:solidFill>
                <a:effectLst/>
                <a:latin typeface="+mn-lt"/>
                <a:ea typeface="+mn-ea"/>
                <a:cs typeface="+mn-cs"/>
              </a:rPr>
              <a:t>Amplify</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Topical or semantic search across a ministry’s entire back catalog (“every message that touches on forgiveness”)</a:t>
            </a:r>
          </a:p>
        </p:txBody>
      </p:sp>
      <p:sp>
        <p:nvSpPr>
          <p:cNvPr id="4" name="Slide Number Placeholder 3"/>
          <p:cNvSpPr>
            <a:spLocks noGrp="1"/>
          </p:cNvSpPr>
          <p:nvPr>
            <p:ph type="sldNum" sz="quarter" idx="5"/>
          </p:nvPr>
        </p:nvSpPr>
        <p:spPr/>
        <p:txBody>
          <a:bodyPr/>
          <a:lstStyle/>
          <a:p>
            <a:fld id="{6CF2DA20-3D42-4E8C-B630-D8DBFDA5A199}" type="slidenum">
              <a:rPr lang="en-US" smtClean="0"/>
              <a:t>14</a:t>
            </a:fld>
            <a:endParaRPr lang="en-US"/>
          </a:p>
        </p:txBody>
      </p:sp>
    </p:spTree>
    <p:extLst>
      <p:ext uri="{BB962C8B-B14F-4D97-AF65-F5344CB8AC3E}">
        <p14:creationId xmlns:p14="http://schemas.microsoft.com/office/powerpoint/2010/main" val="23842391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852A6-7B29-EEA4-23E6-B4362718AC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D2868B-BE3B-23E6-8403-E9B5E4CD34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DA4160-375E-D1B9-99CC-E1D7859F0B2E}"/>
              </a:ext>
            </a:extLst>
          </p:cNvPr>
          <p:cNvSpPr>
            <a:spLocks noGrp="1"/>
          </p:cNvSpPr>
          <p:nvPr>
            <p:ph type="body" idx="1"/>
          </p:nvPr>
        </p:nvSpPr>
        <p:spPr/>
        <p:txBody>
          <a:bodyPr/>
          <a:lstStyle/>
          <a:p>
            <a:r>
              <a:rPr lang="en-US" dirty="0"/>
              <a:t>Local congregation</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Translating their sermon audios to text and publishing on their website (may include translation into one or more languages to support local demographics)</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Platforms that host the translations and transcriptions are limited to platforms hosted and/or maintained by the local church</a:t>
            </a:r>
          </a:p>
          <a:p>
            <a:pPr marL="0" indent="0">
              <a:buFont typeface="Arial" panose="020B0604020202020204" pitchFamily="34" charset="0"/>
              <a:buNone/>
            </a:pPr>
            <a:r>
              <a:rPr lang="en-US" sz="1200" kern="1200" dirty="0">
                <a:solidFill>
                  <a:schemeClr val="tx1"/>
                </a:solidFill>
                <a:effectLst/>
                <a:latin typeface="+mn-lt"/>
                <a:ea typeface="+mn-ea"/>
                <a:cs typeface="+mn-cs"/>
              </a:rPr>
              <a:t>Single region</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A country or significant portion of it</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Includes multiple language support for both text and audio as well as multiple platform publishing</a:t>
            </a:r>
          </a:p>
          <a:p>
            <a:pPr marL="0" indent="0">
              <a:buFont typeface="Arial" panose="020B0604020202020204" pitchFamily="34" charset="0"/>
              <a:buNone/>
            </a:pPr>
            <a:r>
              <a:rPr lang="en-US" sz="1200" kern="1200" dirty="0">
                <a:solidFill>
                  <a:schemeClr val="tx1"/>
                </a:solidFill>
                <a:effectLst/>
                <a:latin typeface="+mn-lt"/>
                <a:ea typeface="+mn-ea"/>
                <a:cs typeface="+mn-cs"/>
              </a:rPr>
              <a:t>International</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Enable entry into other countries with translation support into foreign languages and publishing onto foreign-accessible platforms for access</a:t>
            </a:r>
          </a:p>
        </p:txBody>
      </p:sp>
      <p:sp>
        <p:nvSpPr>
          <p:cNvPr id="4" name="Slide Number Placeholder 3">
            <a:extLst>
              <a:ext uri="{FF2B5EF4-FFF2-40B4-BE49-F238E27FC236}">
                <a16:creationId xmlns:a16="http://schemas.microsoft.com/office/drawing/2014/main" id="{39B6B19A-9E69-E753-876F-D888C40456A2}"/>
              </a:ext>
            </a:extLst>
          </p:cNvPr>
          <p:cNvSpPr>
            <a:spLocks noGrp="1"/>
          </p:cNvSpPr>
          <p:nvPr>
            <p:ph type="sldNum" sz="quarter" idx="5"/>
          </p:nvPr>
        </p:nvSpPr>
        <p:spPr/>
        <p:txBody>
          <a:bodyPr/>
          <a:lstStyle/>
          <a:p>
            <a:fld id="{6CF2DA20-3D42-4E8C-B630-D8DBFDA5A199}" type="slidenum">
              <a:rPr lang="en-US" smtClean="0"/>
              <a:t>15</a:t>
            </a:fld>
            <a:endParaRPr lang="en-US"/>
          </a:p>
        </p:txBody>
      </p:sp>
    </p:spTree>
    <p:extLst>
      <p:ext uri="{BB962C8B-B14F-4D97-AF65-F5344CB8AC3E}">
        <p14:creationId xmlns:p14="http://schemas.microsoft.com/office/powerpoint/2010/main" val="23791418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kern="1200" dirty="0">
                <a:solidFill>
                  <a:schemeClr val="tx1"/>
                </a:solidFill>
                <a:effectLst/>
                <a:latin typeface="+mn-lt"/>
                <a:ea typeface="+mn-ea"/>
                <a:cs typeface="+mn-cs"/>
              </a:rPr>
              <a:t>Conduct a survey of churches’ preferences and processes regarding online sermon publishing</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Output: Better requirements for </a:t>
            </a:r>
            <a:r>
              <a:rPr lang="en-US" sz="1200" kern="1200" dirty="0" err="1">
                <a:solidFill>
                  <a:schemeClr val="tx1"/>
                </a:solidFill>
                <a:effectLst/>
                <a:latin typeface="+mn-lt"/>
                <a:ea typeface="+mn-ea"/>
                <a:cs typeface="+mn-cs"/>
              </a:rPr>
              <a:t>SermonPress</a:t>
            </a:r>
            <a:r>
              <a:rPr lang="en-US" sz="1200" kern="1200" dirty="0">
                <a:solidFill>
                  <a:schemeClr val="tx1"/>
                </a:solidFill>
                <a:effectLst/>
                <a:latin typeface="+mn-lt"/>
                <a:ea typeface="+mn-ea"/>
                <a:cs typeface="+mn-cs"/>
              </a:rPr>
              <a:t> AI technology … identifying the gaps in the marketplace/ecosystem.</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How much time do you have to spend on this?</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Would you like to publish your sermons online to a larger audience?</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What’s keeping you from doing this?</a:t>
            </a:r>
          </a:p>
        </p:txBody>
      </p:sp>
      <p:sp>
        <p:nvSpPr>
          <p:cNvPr id="4" name="Slide Number Placeholder 3"/>
          <p:cNvSpPr>
            <a:spLocks noGrp="1"/>
          </p:cNvSpPr>
          <p:nvPr>
            <p:ph type="sldNum" sz="quarter" idx="5"/>
          </p:nvPr>
        </p:nvSpPr>
        <p:spPr/>
        <p:txBody>
          <a:bodyPr/>
          <a:lstStyle/>
          <a:p>
            <a:fld id="{6CF2DA20-3D42-4E8C-B630-D8DBFDA5A199}" type="slidenum">
              <a:rPr lang="en-US" smtClean="0"/>
              <a:t>16</a:t>
            </a:fld>
            <a:endParaRPr lang="en-US"/>
          </a:p>
        </p:txBody>
      </p:sp>
    </p:spTree>
    <p:extLst>
      <p:ext uri="{BB962C8B-B14F-4D97-AF65-F5344CB8AC3E}">
        <p14:creationId xmlns:p14="http://schemas.microsoft.com/office/powerpoint/2010/main" val="93647100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9" name="Rectangle 8"/>
          <p:cNvSpPr/>
          <p:nvPr/>
        </p:nvSpPr>
        <p:spPr bwMode="ltGray">
          <a:xfrm>
            <a:off x="1" y="5679440"/>
            <a:ext cx="12191999" cy="117856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1800"/>
          </a:p>
        </p:txBody>
      </p:sp>
      <p:sp>
        <p:nvSpPr>
          <p:cNvPr id="2" name="Title 1"/>
          <p:cNvSpPr>
            <a:spLocks noGrp="1"/>
          </p:cNvSpPr>
          <p:nvPr>
            <p:ph type="ctrTitle"/>
          </p:nvPr>
        </p:nvSpPr>
        <p:spPr>
          <a:xfrm>
            <a:off x="914400" y="1828800"/>
            <a:ext cx="10769600" cy="1673352"/>
          </a:xfrm>
        </p:spPr>
        <p:txBody>
          <a:bodyPr vert="horz" lIns="91440" tIns="0" rIns="45720" bIns="0" rtlCol="0" anchor="t">
            <a:normAutofit/>
            <a:scene3d>
              <a:camera prst="orthographicFront"/>
              <a:lightRig rig="threePt" dir="t">
                <a:rot lat="0" lon="0" rev="4800000"/>
              </a:lightRig>
            </a:scene3d>
            <a:sp3d prstMaterial="matte">
              <a:bevelT w="50800" h="10160"/>
            </a:sp3d>
          </a:bodyPr>
          <a:lstStyle>
            <a:lvl1pPr algn="ctr">
              <a:defRPr sz="4700" b="1">
                <a:solidFill>
                  <a:schemeClr val="tx1"/>
                </a:solidFill>
                <a:latin typeface="Calibri" panose="020F0502020204030204" pitchFamily="34" charset="0"/>
                <a:cs typeface="Calibri" panose="020F0502020204030204" pitchFamily="34" charset="0"/>
              </a:defRPr>
            </a:lvl1pPr>
            <a:extLst/>
          </a:lstStyle>
          <a:p>
            <a:r>
              <a:rPr kumimoji="0" lang="en-US" dirty="0"/>
              <a:t>Click to edit Master title style</a:t>
            </a:r>
          </a:p>
        </p:txBody>
      </p:sp>
      <p:sp>
        <p:nvSpPr>
          <p:cNvPr id="3" name="Subtitle 2"/>
          <p:cNvSpPr>
            <a:spLocks noGrp="1"/>
          </p:cNvSpPr>
          <p:nvPr>
            <p:ph type="subTitle" idx="1"/>
          </p:nvPr>
        </p:nvSpPr>
        <p:spPr>
          <a:xfrm>
            <a:off x="914400" y="3504785"/>
            <a:ext cx="10769600" cy="1499616"/>
          </a:xfrm>
        </p:spPr>
        <p:txBody>
          <a:bodyPr lIns="118872" tIns="0" rIns="45720" bIns="0" anchor="t"/>
          <a:lstStyle>
            <a:lvl1pPr marL="0" indent="0" algn="ctr">
              <a:buNone/>
              <a:defRPr sz="2000">
                <a:solidFill>
                  <a:schemeClr val="tx1"/>
                </a:solidFill>
                <a:latin typeface="Calibri" panose="020F0502020204030204" pitchFamily="34" charset="0"/>
                <a:cs typeface="Calibri" panose="020F050202020403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extLst/>
          </a:lstStyle>
          <a:p>
            <a:r>
              <a:rPr kumimoji="0" lang="en-US" dirty="0"/>
              <a:t>Click to edit Master subtitle style</a:t>
            </a:r>
          </a:p>
        </p:txBody>
      </p:sp>
      <p:sp>
        <p:nvSpPr>
          <p:cNvPr id="4" name="Date Placeholder 3"/>
          <p:cNvSpPr>
            <a:spLocks noGrp="1"/>
          </p:cNvSpPr>
          <p:nvPr>
            <p:ph type="dt" sz="half" idx="10"/>
          </p:nvPr>
        </p:nvSpPr>
        <p:spPr/>
        <p:txBody>
          <a:bodyPr/>
          <a:lstStyle>
            <a:lvl1pPr>
              <a:defRPr>
                <a:solidFill>
                  <a:schemeClr val="bg1"/>
                </a:solidFill>
              </a:defRPr>
            </a:lvl1pPr>
          </a:lstStyle>
          <a:p>
            <a:fld id="{14B8401E-DBFB-3547-9388-03DA1F71A05F}" type="datetime1">
              <a:rPr lang="en-US" smtClean="0"/>
              <a:t>10/8/26</a:t>
            </a:fld>
            <a:endParaRPr lang="en-US" dirty="0"/>
          </a:p>
        </p:txBody>
      </p:sp>
      <p:sp>
        <p:nvSpPr>
          <p:cNvPr id="5" name="Footer Placeholder 4"/>
          <p:cNvSpPr>
            <a:spLocks noGrp="1"/>
          </p:cNvSpPr>
          <p:nvPr>
            <p:ph type="ftr" sz="quarter" idx="11"/>
          </p:nvPr>
        </p:nvSpPr>
        <p:spPr/>
        <p:txBody>
          <a:bodyPr/>
          <a:lstStyle>
            <a:lvl1pPr>
              <a:defRPr>
                <a:solidFill>
                  <a:schemeClr val="bg1"/>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3C580042-F2B8-4B54-8245-85F6C9692D31}" type="slidenum">
              <a:rPr lang="en-US" smtClean="0"/>
              <a:pPr/>
              <a:t>‹#›</a:t>
            </a:fld>
            <a:endParaRPr lang="en-US" dirty="0"/>
          </a:p>
        </p:txBody>
      </p:sp>
      <p:pic>
        <p:nvPicPr>
          <p:cNvPr id="8" name="Graphic 7">
            <a:extLst>
              <a:ext uri="{FF2B5EF4-FFF2-40B4-BE49-F238E27FC236}">
                <a16:creationId xmlns:a16="http://schemas.microsoft.com/office/drawing/2014/main" id="{FEDD3C07-0FAE-F693-1968-9289A3822DF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4893" y="5965998"/>
            <a:ext cx="1784225" cy="605444"/>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0"/>
            <a:ext cx="10972800" cy="1178560"/>
          </a:xfrm>
        </p:spPr>
        <p:txBody>
          <a:bodyPr/>
          <a:lstStyle/>
          <a:p>
            <a:r>
              <a:rPr kumimoji="0" lang="en-US" dirty="0"/>
              <a:t>Click to edit Master title style</a:t>
            </a:r>
          </a:p>
        </p:txBody>
      </p:sp>
      <p:sp>
        <p:nvSpPr>
          <p:cNvPr id="3" name="Content Placeholder 2"/>
          <p:cNvSpPr>
            <a:spLocks noGrp="1"/>
          </p:cNvSpPr>
          <p:nvPr>
            <p:ph idx="1"/>
          </p:nvPr>
        </p:nvSpPr>
        <p:spPr>
          <a:xfrm>
            <a:off x="609600" y="1371600"/>
            <a:ext cx="10972800" cy="5029201"/>
          </a:xfrm>
        </p:spPr>
        <p:txBody>
          <a:bodyPr/>
          <a:lstStyle>
            <a:lvl3pPr>
              <a:buClr>
                <a:schemeClr val="accent2"/>
              </a:buClr>
              <a:defRPr/>
            </a:lvl3pPr>
            <a:lvl4pPr>
              <a:buClr>
                <a:schemeClr val="accent2"/>
              </a:buClr>
              <a:defRPr/>
            </a:lvl4pPr>
            <a:lvl5pPr>
              <a:buClr>
                <a:schemeClr val="accent2"/>
              </a:buClr>
              <a:defRPr/>
            </a:lvl5p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4" name="Date Placeholder 3"/>
          <p:cNvSpPr>
            <a:spLocks noGrp="1"/>
          </p:cNvSpPr>
          <p:nvPr>
            <p:ph type="dt" sz="half" idx="10"/>
          </p:nvPr>
        </p:nvSpPr>
        <p:spPr/>
        <p:txBody>
          <a:bodyPr/>
          <a:lstStyle/>
          <a:p>
            <a:fld id="{557A57D1-B5E3-B943-89F0-4737CB09BD48}" type="datetime1">
              <a:rPr lang="en-US" smtClean="0"/>
              <a:t>10/8/26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580042-F2B8-4B54-8245-85F6C9692D31}"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bwMode="ltGray">
          <a:xfrm>
            <a:off x="0" y="1"/>
            <a:ext cx="12192000" cy="260252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1800"/>
          </a:p>
        </p:txBody>
      </p:sp>
      <p:sp>
        <p:nvSpPr>
          <p:cNvPr id="2" name="Title 1"/>
          <p:cNvSpPr>
            <a:spLocks noGrp="1"/>
          </p:cNvSpPr>
          <p:nvPr>
            <p:ph type="title"/>
          </p:nvPr>
        </p:nvSpPr>
        <p:spPr>
          <a:xfrm>
            <a:off x="999744" y="118872"/>
            <a:ext cx="10684256" cy="1636776"/>
          </a:xfrm>
        </p:spPr>
        <p:txBody>
          <a:bodyPr vert="horz" lIns="91440" tIns="0" rIns="91440" bIns="0" rtlCol="0" anchor="b">
            <a:normAutofit/>
            <a:scene3d>
              <a:camera prst="orthographicFront"/>
              <a:lightRig rig="threePt" dir="t">
                <a:rot lat="0" lon="0" rev="4800000"/>
              </a:lightRig>
            </a:scene3d>
            <a:sp3d prstMaterial="matte">
              <a:bevelT w="50800" h="10160"/>
            </a:sp3d>
          </a:bodyPr>
          <a:lstStyle>
            <a:lvl1pPr algn="l">
              <a:defRPr sz="4700" b="1" cap="none" baseline="0"/>
            </a:lvl1pPr>
            <a:extLst/>
          </a:lstStyle>
          <a:p>
            <a:r>
              <a:rPr kumimoji="0" lang="en-US" dirty="0"/>
              <a:t>Click to edit Master title style</a:t>
            </a:r>
          </a:p>
        </p:txBody>
      </p:sp>
      <p:sp>
        <p:nvSpPr>
          <p:cNvPr id="3" name="Text Placeholder 2"/>
          <p:cNvSpPr>
            <a:spLocks noGrp="1"/>
          </p:cNvSpPr>
          <p:nvPr>
            <p:ph type="body" idx="1"/>
          </p:nvPr>
        </p:nvSpPr>
        <p:spPr>
          <a:xfrm>
            <a:off x="987552" y="1828800"/>
            <a:ext cx="10696448" cy="685800"/>
          </a:xfrm>
        </p:spPr>
        <p:txBody>
          <a:bodyPr lIns="146304" tIns="0" rIns="45720" bIns="0" anchor="t"/>
          <a:lstStyle>
            <a:lvl1pPr marL="0" indent="0">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extLst/>
          </a:lstStyle>
          <a:p>
            <a:pPr lvl="0" eaLnBrk="1" latinLnBrk="0" hangingPunct="1"/>
            <a:r>
              <a:rPr kumimoji="0" lang="en-US" dirty="0"/>
              <a:t>Click to edit Master text styles</a:t>
            </a:r>
          </a:p>
        </p:txBody>
      </p:sp>
      <p:sp>
        <p:nvSpPr>
          <p:cNvPr id="4" name="Date Placeholder 3"/>
          <p:cNvSpPr>
            <a:spLocks noGrp="1"/>
          </p:cNvSpPr>
          <p:nvPr>
            <p:ph type="dt" sz="half" idx="10"/>
          </p:nvPr>
        </p:nvSpPr>
        <p:spPr/>
        <p:txBody>
          <a:bodyPr/>
          <a:lstStyle/>
          <a:p>
            <a:fld id="{DB8A5AB9-8288-6146-BFF8-C929BA41984C}" type="datetime1">
              <a:rPr lang="en-US" smtClean="0"/>
              <a:t>10/8/26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580042-F2B8-4B54-8245-85F6C9692D31}" type="slidenum">
              <a:rPr lang="en-US" smtClean="0"/>
              <a:pPr/>
              <a:t>‹#›</a:t>
            </a:fld>
            <a:endParaRPr lang="en-US"/>
          </a:p>
        </p:txBody>
      </p:sp>
      <p:pic>
        <p:nvPicPr>
          <p:cNvPr id="7" name="Graphic 6">
            <a:extLst>
              <a:ext uri="{FF2B5EF4-FFF2-40B4-BE49-F238E27FC236}">
                <a16:creationId xmlns:a16="http://schemas.microsoft.com/office/drawing/2014/main" id="{5BF6D998-A1EC-7114-9E68-853DE1091B5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356973" y="284480"/>
            <a:ext cx="1784225" cy="605444"/>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dirty="0"/>
              <a:t>Click to edit Master title style</a:t>
            </a:r>
          </a:p>
        </p:txBody>
      </p:sp>
      <p:sp>
        <p:nvSpPr>
          <p:cNvPr id="3" name="Content Placeholder 2"/>
          <p:cNvSpPr>
            <a:spLocks noGrp="1"/>
          </p:cNvSpPr>
          <p:nvPr>
            <p:ph sz="half" idx="1"/>
          </p:nvPr>
        </p:nvSpPr>
        <p:spPr>
          <a:xfrm>
            <a:off x="609600" y="1773936"/>
            <a:ext cx="5384800" cy="4623816"/>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4" name="Content Placeholder 3"/>
          <p:cNvSpPr>
            <a:spLocks noGrp="1"/>
          </p:cNvSpPr>
          <p:nvPr>
            <p:ph sz="half" idx="2"/>
          </p:nvPr>
        </p:nvSpPr>
        <p:spPr>
          <a:xfrm>
            <a:off x="6197600" y="1773936"/>
            <a:ext cx="5384800" cy="462381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5" name="Date Placeholder 4"/>
          <p:cNvSpPr>
            <a:spLocks noGrp="1"/>
          </p:cNvSpPr>
          <p:nvPr>
            <p:ph type="dt" sz="half" idx="10"/>
          </p:nvPr>
        </p:nvSpPr>
        <p:spPr/>
        <p:txBody>
          <a:bodyPr/>
          <a:lstStyle/>
          <a:p>
            <a:fld id="{72F6FB88-EAC2-8644-BB59-42D6DB18BB04}" type="datetime1">
              <a:rPr lang="en-US" smtClean="0"/>
              <a:t>10/8/26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C580042-F2B8-4B54-8245-85F6C9692D31}"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extLst/>
          </a:lstStyle>
          <a:p>
            <a:r>
              <a:rPr kumimoji="0" lang="en-US" dirty="0"/>
              <a:t>Click to edit Master title style</a:t>
            </a:r>
          </a:p>
        </p:txBody>
      </p:sp>
      <p:sp>
        <p:nvSpPr>
          <p:cNvPr id="3" name="Text Placeholder 2"/>
          <p:cNvSpPr>
            <a:spLocks noGrp="1"/>
          </p:cNvSpPr>
          <p:nvPr>
            <p:ph type="body" idx="1"/>
          </p:nvPr>
        </p:nvSpPr>
        <p:spPr>
          <a:xfrm>
            <a:off x="609600" y="1698988"/>
            <a:ext cx="5386917"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dirty="0"/>
              <a:t>Click to edit Master text styles</a:t>
            </a:r>
          </a:p>
        </p:txBody>
      </p:sp>
      <p:sp>
        <p:nvSpPr>
          <p:cNvPr id="4" name="Content Placeholder 3"/>
          <p:cNvSpPr>
            <a:spLocks noGrp="1"/>
          </p:cNvSpPr>
          <p:nvPr>
            <p:ph sz="half" idx="2"/>
          </p:nvPr>
        </p:nvSpPr>
        <p:spPr>
          <a:xfrm>
            <a:off x="609600" y="2449512"/>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5" name="Text Placeholder 4"/>
          <p:cNvSpPr>
            <a:spLocks noGrp="1"/>
          </p:cNvSpPr>
          <p:nvPr>
            <p:ph type="body" sz="quarter" idx="3"/>
          </p:nvPr>
        </p:nvSpPr>
        <p:spPr>
          <a:xfrm>
            <a:off x="6193368" y="1698988"/>
            <a:ext cx="5389033"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a:t>Click to edit Master text styles</a:t>
            </a:r>
          </a:p>
        </p:txBody>
      </p:sp>
      <p:sp>
        <p:nvSpPr>
          <p:cNvPr id="6" name="Content Placeholder 5"/>
          <p:cNvSpPr>
            <a:spLocks noGrp="1"/>
          </p:cNvSpPr>
          <p:nvPr>
            <p:ph sz="quarter" idx="4"/>
          </p:nvPr>
        </p:nvSpPr>
        <p:spPr>
          <a:xfrm>
            <a:off x="6193368" y="2449512"/>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7" name="Date Placeholder 6"/>
          <p:cNvSpPr>
            <a:spLocks noGrp="1"/>
          </p:cNvSpPr>
          <p:nvPr>
            <p:ph type="dt" sz="half" idx="10"/>
          </p:nvPr>
        </p:nvSpPr>
        <p:spPr/>
        <p:txBody>
          <a:bodyPr/>
          <a:lstStyle/>
          <a:p>
            <a:fld id="{08B8723E-6038-C94B-90A0-044F25381F5C}" type="datetime1">
              <a:rPr lang="en-US" smtClean="0"/>
              <a:t>10/8/26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C580042-F2B8-4B54-8245-85F6C9692D31}"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36EA83DE-B0FB-4C47-AACB-E367B504BC64}" type="datetime1">
              <a:rPr lang="en-US" smtClean="0"/>
              <a:t>10/8/26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C580042-F2B8-4B54-8245-85F6C9692D31}"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75DE67-DA56-6449-B09C-140C89A531B3}" type="datetime1">
              <a:rPr lang="en-US" smtClean="0"/>
              <a:t>10/8/26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C580042-F2B8-4B54-8245-85F6C9692D31}"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3784" y="152400"/>
            <a:ext cx="3364992" cy="978408"/>
          </a:xfrm>
        </p:spPr>
        <p:txBody>
          <a:bodyPr vert="horz" lIns="73152" rIns="45720" bIns="0" rtlCol="0" anchor="b">
            <a:normAutofit/>
            <a:sp3d prstMaterial="matte"/>
          </a:bodyPr>
          <a:lstStyle>
            <a:lvl1pPr algn="l">
              <a:defRPr sz="2000" b="0"/>
            </a:lvl1pPr>
            <a:extLst/>
          </a:lstStyle>
          <a:p>
            <a:r>
              <a:rPr kumimoji="0" lang="en-US" dirty="0"/>
              <a:t>Click to edit Master title style</a:t>
            </a:r>
          </a:p>
        </p:txBody>
      </p:sp>
      <p:sp>
        <p:nvSpPr>
          <p:cNvPr id="3" name="Content Placeholder 2"/>
          <p:cNvSpPr>
            <a:spLocks noGrp="1"/>
          </p:cNvSpPr>
          <p:nvPr>
            <p:ph idx="1"/>
          </p:nvPr>
        </p:nvSpPr>
        <p:spPr>
          <a:xfrm>
            <a:off x="4025837" y="1743134"/>
            <a:ext cx="7894188" cy="455888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extLst/>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4" name="Text Placeholder 3"/>
          <p:cNvSpPr>
            <a:spLocks noGrp="1"/>
          </p:cNvSpPr>
          <p:nvPr>
            <p:ph type="body" sz="half" idx="2"/>
          </p:nvPr>
        </p:nvSpPr>
        <p:spPr>
          <a:xfrm>
            <a:off x="223784" y="1730018"/>
            <a:ext cx="329184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en-US" dirty="0"/>
              <a:t>Click to edit Master text styles</a:t>
            </a:r>
          </a:p>
        </p:txBody>
      </p:sp>
      <p:sp>
        <p:nvSpPr>
          <p:cNvPr id="5" name="Date Placeholder 4"/>
          <p:cNvSpPr>
            <a:spLocks noGrp="1"/>
          </p:cNvSpPr>
          <p:nvPr>
            <p:ph type="dt" sz="half" idx="10"/>
          </p:nvPr>
        </p:nvSpPr>
        <p:spPr/>
        <p:txBody>
          <a:bodyPr/>
          <a:lstStyle/>
          <a:p>
            <a:fld id="{64949A3D-9814-A947-897A-8D0B57FC6B35}" type="datetime1">
              <a:rPr lang="en-US" smtClean="0"/>
              <a:t>10/8/26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C580042-F2B8-4B54-8245-85F6C9692D31}" type="slidenum">
              <a:rPr lang="en-US" smtClean="0"/>
              <a:pPr/>
              <a:t>‹#›</a:t>
            </a:fld>
            <a:endParaRPr lang="en-US"/>
          </a:p>
        </p:txBody>
      </p:sp>
      <p:sp>
        <p:nvSpPr>
          <p:cNvPr id="12" name="Rectangle 11"/>
          <p:cNvSpPr/>
          <p:nvPr/>
        </p:nvSpPr>
        <p:spPr bwMode="invGray">
          <a:xfrm>
            <a:off x="3807649" y="0"/>
            <a:ext cx="6096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1800"/>
          </a:p>
        </p:txBody>
      </p:sp>
      <p:sp>
        <p:nvSpPr>
          <p:cNvPr id="9" name="Rectangle 8"/>
          <p:cNvSpPr/>
          <p:nvPr/>
        </p:nvSpPr>
        <p:spPr bwMode="invGray">
          <a:xfrm>
            <a:off x="3807649" y="0"/>
            <a:ext cx="6096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180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456" y="155448"/>
            <a:ext cx="3366867" cy="978408"/>
          </a:xfrm>
        </p:spPr>
        <p:txBody>
          <a:bodyPr lIns="73152" bIns="0" anchor="b">
            <a:sp3d prstMaterial="matte"/>
          </a:bodyPr>
          <a:lstStyle>
            <a:lvl1pPr algn="l">
              <a:defRPr sz="2000" b="0"/>
            </a:lvl1pPr>
            <a:extLst/>
          </a:lstStyle>
          <a:p>
            <a:r>
              <a:rPr kumimoji="0" lang="en-US" dirty="0"/>
              <a:t>Click to edit Master title style</a:t>
            </a:r>
          </a:p>
        </p:txBody>
      </p:sp>
      <p:sp>
        <p:nvSpPr>
          <p:cNvPr id="3" name="Picture Placeholder 2"/>
          <p:cNvSpPr>
            <a:spLocks noGrp="1"/>
          </p:cNvSpPr>
          <p:nvPr>
            <p:ph type="pic" idx="1"/>
          </p:nvPr>
        </p:nvSpPr>
        <p:spPr>
          <a:xfrm>
            <a:off x="3871741" y="1484808"/>
            <a:ext cx="8329863" cy="5373192"/>
          </a:xfrm>
          <a:solidFill>
            <a:schemeClr val="bg2">
              <a:shade val="75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extLst/>
          </a:lstStyle>
          <a:p>
            <a:r>
              <a:rPr kumimoji="0" lang="en-US" dirty="0"/>
              <a:t>Click icon to add picture</a:t>
            </a:r>
          </a:p>
        </p:txBody>
      </p:sp>
      <p:sp>
        <p:nvSpPr>
          <p:cNvPr id="4" name="Text Placeholder 3"/>
          <p:cNvSpPr>
            <a:spLocks noGrp="1"/>
          </p:cNvSpPr>
          <p:nvPr>
            <p:ph type="body" sz="half" idx="2"/>
          </p:nvPr>
        </p:nvSpPr>
        <p:spPr>
          <a:xfrm>
            <a:off x="219456" y="1728216"/>
            <a:ext cx="329184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en-US" dirty="0"/>
              <a:t>Click to edit Master text styles</a:t>
            </a:r>
          </a:p>
        </p:txBody>
      </p:sp>
      <p:sp>
        <p:nvSpPr>
          <p:cNvPr id="5" name="Date Placeholder 4"/>
          <p:cNvSpPr>
            <a:spLocks noGrp="1"/>
          </p:cNvSpPr>
          <p:nvPr>
            <p:ph type="dt" sz="half" idx="10"/>
          </p:nvPr>
        </p:nvSpPr>
        <p:spPr>
          <a:xfrm>
            <a:off x="219456" y="1170432"/>
            <a:ext cx="3364992" cy="201168"/>
          </a:xfrm>
        </p:spPr>
        <p:txBody>
          <a:bodyPr/>
          <a:lstStyle/>
          <a:p>
            <a:fld id="{5996C5C4-0D3F-CB49-B715-D0F9B4F63985}" type="datetime1">
              <a:rPr lang="en-US" smtClean="0"/>
              <a:t>10/8/26</a:t>
            </a:fld>
            <a:endParaRPr lang="en-US"/>
          </a:p>
        </p:txBody>
      </p:sp>
      <p:sp>
        <p:nvSpPr>
          <p:cNvPr id="11" name="Rectangle 10"/>
          <p:cNvSpPr/>
          <p:nvPr/>
        </p:nvSpPr>
        <p:spPr>
          <a:xfrm>
            <a:off x="3807649" y="0"/>
            <a:ext cx="6096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1800"/>
          </a:p>
        </p:txBody>
      </p:sp>
      <p:sp>
        <p:nvSpPr>
          <p:cNvPr id="9" name="Rectangle 8"/>
          <p:cNvSpPr/>
          <p:nvPr/>
        </p:nvSpPr>
        <p:spPr bwMode="invGray">
          <a:xfrm>
            <a:off x="3807649" y="0"/>
            <a:ext cx="6096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1800"/>
          </a:p>
        </p:txBody>
      </p:sp>
      <p:sp>
        <p:nvSpPr>
          <p:cNvPr id="6" name="Footer Placeholder 5"/>
          <p:cNvSpPr>
            <a:spLocks noGrp="1"/>
          </p:cNvSpPr>
          <p:nvPr>
            <p:ph type="ftr" sz="quarter" idx="11"/>
          </p:nvPr>
        </p:nvSpPr>
        <p:spPr>
          <a:xfrm>
            <a:off x="4047744" y="1170432"/>
            <a:ext cx="6925056" cy="201168"/>
          </a:xfrm>
        </p:spPr>
        <p:txBody>
          <a:bodyPr/>
          <a:lstStyle>
            <a:lvl1pPr>
              <a:defRPr>
                <a:solidFill>
                  <a:schemeClr val="bg1">
                    <a:shade val="50000"/>
                  </a:schemeClr>
                </a:solidFill>
              </a:defRPr>
            </a:lvl1pPr>
          </a:lstStyle>
          <a:p>
            <a:endParaRPr lang="en-US"/>
          </a:p>
        </p:txBody>
      </p:sp>
      <p:sp>
        <p:nvSpPr>
          <p:cNvPr id="7" name="Slide Number Placeholder 6"/>
          <p:cNvSpPr>
            <a:spLocks noGrp="1"/>
          </p:cNvSpPr>
          <p:nvPr>
            <p:ph type="sldNum" sz="quarter" idx="12"/>
          </p:nvPr>
        </p:nvSpPr>
        <p:spPr>
          <a:xfrm>
            <a:off x="11119104" y="1170432"/>
            <a:ext cx="978485" cy="201168"/>
          </a:xfrm>
        </p:spPr>
        <p:txBody>
          <a:bodyPr/>
          <a:lstStyle/>
          <a:p>
            <a:fld id="{3C580042-F2B8-4B54-8245-85F6C9692D31}"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4" name="Date Placeholder 3"/>
          <p:cNvSpPr>
            <a:spLocks noGrp="1"/>
          </p:cNvSpPr>
          <p:nvPr>
            <p:ph type="dt" sz="half" idx="10"/>
          </p:nvPr>
        </p:nvSpPr>
        <p:spPr/>
        <p:txBody>
          <a:bodyPr/>
          <a:lstStyle/>
          <a:p>
            <a:fld id="{536505E4-5112-9745-927F-9155F57B3135}" type="datetime1">
              <a:rPr lang="en-US" smtClean="0"/>
              <a:t>10/8/26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580042-F2B8-4B54-8245-85F6C9692D31}"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p:cNvSpPr/>
          <p:nvPr/>
        </p:nvSpPr>
        <p:spPr bwMode="invGray">
          <a:xfrm>
            <a:off x="8798560" y="0"/>
            <a:ext cx="60960" cy="6858000"/>
          </a:xfrm>
          <a:prstGeom prst="rect">
            <a:avLst/>
          </a:prstGeom>
          <a:solidFill>
            <a:srgbClr val="FFFFFF"/>
          </a:solidFill>
          <a:ln w="48000" cap="flat" cmpd="thickThin" algn="ctr">
            <a:noFill/>
            <a:prstDash val="solid"/>
          </a:ln>
          <a:effectLst>
            <a:outerShdw blurRad="31750" dist="10160" dir="108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1800"/>
          </a:p>
        </p:txBody>
      </p:sp>
      <p:sp>
        <p:nvSpPr>
          <p:cNvPr id="8" name="Rectangle 7"/>
          <p:cNvSpPr/>
          <p:nvPr/>
        </p:nvSpPr>
        <p:spPr bwMode="ltGray">
          <a:xfrm>
            <a:off x="8863584" y="0"/>
            <a:ext cx="3352801" cy="685800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1800"/>
          </a:p>
        </p:txBody>
      </p:sp>
      <p:sp>
        <p:nvSpPr>
          <p:cNvPr id="2" name="Vertical Title 1"/>
          <p:cNvSpPr>
            <a:spLocks noGrp="1"/>
          </p:cNvSpPr>
          <p:nvPr>
            <p:ph type="title" orient="vert"/>
          </p:nvPr>
        </p:nvSpPr>
        <p:spPr>
          <a:xfrm>
            <a:off x="9042400" y="274641"/>
            <a:ext cx="25400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09600" y="304801"/>
            <a:ext cx="8026400" cy="5851525"/>
          </a:xfrm>
        </p:spPr>
        <p:txBody>
          <a:bodyPr vert="eaVert"/>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4" name="Date Placeholder 3"/>
          <p:cNvSpPr>
            <a:spLocks noGrp="1"/>
          </p:cNvSpPr>
          <p:nvPr>
            <p:ph type="dt" sz="half" idx="10"/>
          </p:nvPr>
        </p:nvSpPr>
        <p:spPr/>
        <p:txBody>
          <a:bodyPr/>
          <a:lstStyle/>
          <a:p>
            <a:fld id="{6C1F8B4B-5A9B-7F46-89F7-50581014A732}" type="datetime1">
              <a:rPr lang="en-US" smtClean="0"/>
              <a:t>10/8/26</a:t>
            </a:fld>
            <a:endParaRPr lang="en-US"/>
          </a:p>
        </p:txBody>
      </p:sp>
      <p:sp>
        <p:nvSpPr>
          <p:cNvPr id="5" name="Footer Placeholder 4"/>
          <p:cNvSpPr>
            <a:spLocks noGrp="1"/>
          </p:cNvSpPr>
          <p:nvPr>
            <p:ph type="ftr" sz="quarter" idx="11"/>
          </p:nvPr>
        </p:nvSpPr>
        <p:spPr>
          <a:xfrm>
            <a:off x="3520796" y="6377460"/>
            <a:ext cx="5115205" cy="365125"/>
          </a:xfrm>
        </p:spPr>
        <p:txBody>
          <a:bodyPr/>
          <a:lstStyle/>
          <a:p>
            <a:endParaRPr lang="en-US"/>
          </a:p>
        </p:txBody>
      </p:sp>
      <p:sp>
        <p:nvSpPr>
          <p:cNvPr id="6" name="Slide Number Placeholder 5"/>
          <p:cNvSpPr>
            <a:spLocks noGrp="1"/>
          </p:cNvSpPr>
          <p:nvPr>
            <p:ph type="sldNum" sz="quarter" idx="12"/>
          </p:nvPr>
        </p:nvSpPr>
        <p:spPr/>
        <p:txBody>
          <a:bodyPr/>
          <a:lstStyle/>
          <a:p>
            <a:fld id="{3C580042-F2B8-4B54-8245-85F6C9692D31}"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sv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bwMode="ltGray">
          <a:xfrm>
            <a:off x="1" y="1"/>
            <a:ext cx="12191999" cy="1178559"/>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1800"/>
          </a:p>
        </p:txBody>
      </p:sp>
      <p:sp>
        <p:nvSpPr>
          <p:cNvPr id="2" name="Title Placeholder 1"/>
          <p:cNvSpPr>
            <a:spLocks noGrp="1"/>
          </p:cNvSpPr>
          <p:nvPr>
            <p:ph type="title"/>
          </p:nvPr>
        </p:nvSpPr>
        <p:spPr>
          <a:xfrm>
            <a:off x="609600" y="0"/>
            <a:ext cx="10972800" cy="1178559"/>
          </a:xfrm>
          <a:prstGeom prst="rect">
            <a:avLst/>
          </a:prstGeom>
        </p:spPr>
        <p:txBody>
          <a:bodyPr vert="horz" lIns="91440" rIns="45720" rtlCol="0" anchor="ctr">
            <a:normAutofit/>
            <a:scene3d>
              <a:camera prst="orthographicFront"/>
              <a:lightRig rig="threePt" dir="t">
                <a:rot lat="0" lon="0" rev="4800000"/>
              </a:lightRig>
            </a:scene3d>
            <a:sp3d prstMaterial="matte">
              <a:bevelT w="50800" h="10160"/>
            </a:sp3d>
          </a:bodyPr>
          <a:lstStyle/>
          <a:p>
            <a:r>
              <a:rPr kumimoji="0" lang="en-US" dirty="0"/>
              <a:t>Click to edit Master title style</a:t>
            </a:r>
          </a:p>
        </p:txBody>
      </p:sp>
      <p:sp>
        <p:nvSpPr>
          <p:cNvPr id="3" name="Text Placeholder 2"/>
          <p:cNvSpPr>
            <a:spLocks noGrp="1"/>
          </p:cNvSpPr>
          <p:nvPr>
            <p:ph type="body" idx="1"/>
          </p:nvPr>
        </p:nvSpPr>
        <p:spPr>
          <a:xfrm>
            <a:off x="609600" y="1371600"/>
            <a:ext cx="10972800" cy="5029201"/>
          </a:xfrm>
          <a:prstGeom prst="rect">
            <a:avLst/>
          </a:prstGeom>
        </p:spPr>
        <p:txBody>
          <a:bodyPr vert="horz" lIns="54864" tIns="91440" rtlCol="0">
            <a:normAutofit/>
          </a:bodyPr>
          <a:lstStyle/>
          <a:p>
            <a:pPr lvl="0" eaLnBrk="1" latinLnBrk="0" hangingPunct="1"/>
            <a:r>
              <a:rPr kumimoji="0" lang="en-US" dirty="0"/>
              <a:t>Click to edit Master text styles</a:t>
            </a:r>
          </a:p>
          <a:p>
            <a:pPr lvl="1" eaLnBrk="1" latinLnBrk="0" hangingPunct="1"/>
            <a:r>
              <a:rPr kumimoji="0" lang="en-US" dirty="0"/>
              <a:t>Second level</a:t>
            </a:r>
          </a:p>
          <a:p>
            <a:pPr lvl="2" eaLnBrk="1" latinLnBrk="0" hangingPunct="1"/>
            <a:r>
              <a:rPr kumimoji="0" lang="en-US" dirty="0"/>
              <a:t>Third level</a:t>
            </a:r>
          </a:p>
          <a:p>
            <a:pPr lvl="3" eaLnBrk="1" latinLnBrk="0" hangingPunct="1"/>
            <a:r>
              <a:rPr kumimoji="0" lang="en-US" dirty="0"/>
              <a:t>Fourth level</a:t>
            </a:r>
          </a:p>
          <a:p>
            <a:pPr lvl="4" eaLnBrk="1" latinLnBrk="0" hangingPunct="1"/>
            <a:r>
              <a:rPr kumimoji="0" lang="en-US" dirty="0"/>
              <a:t>Fifth level</a:t>
            </a:r>
          </a:p>
        </p:txBody>
      </p:sp>
      <p:sp>
        <p:nvSpPr>
          <p:cNvPr id="4" name="Date Placeholder 3"/>
          <p:cNvSpPr>
            <a:spLocks noGrp="1"/>
          </p:cNvSpPr>
          <p:nvPr>
            <p:ph type="dt" sz="half" idx="2"/>
          </p:nvPr>
        </p:nvSpPr>
        <p:spPr>
          <a:xfrm>
            <a:off x="609600" y="6476999"/>
            <a:ext cx="2844800" cy="274320"/>
          </a:xfrm>
          <a:prstGeom prst="rect">
            <a:avLst/>
          </a:prstGeom>
        </p:spPr>
        <p:txBody>
          <a:bodyPr vert="horz" lIns="109728" rIns="45720" bIns="0" rtlCol="0" anchor="b"/>
          <a:lstStyle>
            <a:lvl1pPr algn="l" eaLnBrk="1" latinLnBrk="0" hangingPunct="1">
              <a:defRPr kumimoji="0" sz="1200">
                <a:solidFill>
                  <a:schemeClr val="tx1">
                    <a:tint val="95000"/>
                  </a:schemeClr>
                </a:solidFill>
              </a:defRPr>
            </a:lvl1pPr>
            <a:extLst/>
          </a:lstStyle>
          <a:p>
            <a:fld id="{79EC5298-E981-084B-BF1F-A04D8D26816F}" type="datetime1">
              <a:rPr lang="en-US" smtClean="0"/>
              <a:t>10/8/26</a:t>
            </a:fld>
            <a:endParaRPr lang="en-US"/>
          </a:p>
        </p:txBody>
      </p:sp>
      <p:sp>
        <p:nvSpPr>
          <p:cNvPr id="5" name="Footer Placeholder 4"/>
          <p:cNvSpPr>
            <a:spLocks noGrp="1"/>
          </p:cNvSpPr>
          <p:nvPr>
            <p:ph type="ftr" sz="quarter" idx="3"/>
          </p:nvPr>
        </p:nvSpPr>
        <p:spPr>
          <a:xfrm>
            <a:off x="3520796" y="6476999"/>
            <a:ext cx="7343625" cy="274320"/>
          </a:xfrm>
          <a:prstGeom prst="rect">
            <a:avLst/>
          </a:prstGeom>
        </p:spPr>
        <p:txBody>
          <a:bodyPr vert="horz" lIns="45720" rIns="45720" bIns="0" rtlCol="0" anchor="b"/>
          <a:lstStyle>
            <a:lvl1pPr algn="l" eaLnBrk="1" latinLnBrk="0" hangingPunct="1">
              <a:defRPr kumimoji="0" sz="1200">
                <a:solidFill>
                  <a:schemeClr val="tx1">
                    <a:tint val="95000"/>
                  </a:schemeClr>
                </a:solidFill>
              </a:defRPr>
            </a:lvl1pPr>
            <a:extLst/>
          </a:lstStyle>
          <a:p>
            <a:endParaRPr lang="en-US"/>
          </a:p>
        </p:txBody>
      </p:sp>
      <p:sp>
        <p:nvSpPr>
          <p:cNvPr id="6" name="Slide Number Placeholder 5"/>
          <p:cNvSpPr>
            <a:spLocks noGrp="1"/>
          </p:cNvSpPr>
          <p:nvPr>
            <p:ph type="sldNum" sz="quarter" idx="4"/>
          </p:nvPr>
        </p:nvSpPr>
        <p:spPr>
          <a:xfrm>
            <a:off x="10939195" y="6476999"/>
            <a:ext cx="978485" cy="274320"/>
          </a:xfrm>
          <a:prstGeom prst="rect">
            <a:avLst/>
          </a:prstGeom>
        </p:spPr>
        <p:txBody>
          <a:bodyPr vert="horz" bIns="0" rtlCol="0" anchor="b"/>
          <a:lstStyle>
            <a:lvl1pPr algn="r" eaLnBrk="1" latinLnBrk="0" hangingPunct="1">
              <a:defRPr kumimoji="0" sz="1200">
                <a:solidFill>
                  <a:schemeClr val="tx1">
                    <a:tint val="95000"/>
                  </a:schemeClr>
                </a:solidFill>
              </a:defRPr>
            </a:lvl1pPr>
            <a:extLst/>
          </a:lstStyle>
          <a:p>
            <a:fld id="{3C580042-F2B8-4B54-8245-85F6C9692D31}" type="slidenum">
              <a:rPr lang="en-US" smtClean="0"/>
              <a:pPr/>
              <a:t>‹#›</a:t>
            </a:fld>
            <a:endParaRPr lang="en-US"/>
          </a:p>
        </p:txBody>
      </p:sp>
      <p:pic>
        <p:nvPicPr>
          <p:cNvPr id="9" name="Graphic 8">
            <a:extLst>
              <a:ext uri="{FF2B5EF4-FFF2-40B4-BE49-F238E27FC236}">
                <a16:creationId xmlns:a16="http://schemas.microsoft.com/office/drawing/2014/main" id="{F406EAD9-2337-DFC5-57F4-293939410364}"/>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0356973" y="284480"/>
            <a:ext cx="1784225" cy="605444"/>
          </a:xfrm>
          <a:prstGeom prst="rect">
            <a:avLst/>
          </a:prstGeom>
        </p:spPr>
      </p:pic>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l" rtl="0" eaLnBrk="1" latinLnBrk="0" hangingPunct="1">
        <a:spcBef>
          <a:spcPct val="0"/>
        </a:spcBef>
        <a:buNone/>
        <a:defRPr kumimoji="0" sz="4500" b="1" kern="1200">
          <a:solidFill>
            <a:srgbClr val="FFB81C"/>
          </a:solidFill>
          <a:effectLst/>
          <a:latin typeface="Calibri" panose="020F0502020204030204" pitchFamily="34" charset="0"/>
          <a:ea typeface="+mj-ea"/>
          <a:cs typeface="Calibri" panose="020F0502020204030204" pitchFamily="34" charset="0"/>
        </a:defRPr>
      </a:lvl1pPr>
      <a:extLst/>
    </p:titleStyle>
    <p:bodyStyle>
      <a:lvl1pPr marL="438912" indent="-320040" algn="l" rtl="0" eaLnBrk="1" latinLnBrk="0" hangingPunct="1">
        <a:spcBef>
          <a:spcPts val="0"/>
        </a:spcBef>
        <a:buClr>
          <a:schemeClr val="accent1"/>
        </a:buClr>
        <a:buSzPct val="80000"/>
        <a:buFont typeface="Wingdings 2"/>
        <a:buChar char=""/>
        <a:defRPr kumimoji="0" sz="3200" kern="1200">
          <a:solidFill>
            <a:schemeClr val="tx1"/>
          </a:solidFill>
          <a:latin typeface="Calibri" panose="020F0502020204030204" pitchFamily="34" charset="0"/>
          <a:ea typeface="+mn-ea"/>
          <a:cs typeface="Calibri" panose="020F0502020204030204" pitchFamily="34"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tx1"/>
          </a:solidFill>
          <a:latin typeface="Calibri" panose="020F0502020204030204" pitchFamily="34" charset="0"/>
          <a:ea typeface="+mn-ea"/>
          <a:cs typeface="Calibri" panose="020F0502020204030204" pitchFamily="34" charset="0"/>
        </a:defRPr>
      </a:lvl2pPr>
      <a:lvl3pPr marL="996696" indent="-228600" algn="l" rtl="0" eaLnBrk="1" latinLnBrk="0" hangingPunct="1">
        <a:spcBef>
          <a:spcPct val="20000"/>
        </a:spcBef>
        <a:buClr>
          <a:srgbClr val="FFB81C"/>
        </a:buClr>
        <a:buFont typeface="Wingdings" pitchFamily="2" charset="2"/>
        <a:buChar char="§"/>
        <a:defRPr kumimoji="0" sz="2400" kern="1200">
          <a:solidFill>
            <a:schemeClr val="tx1"/>
          </a:solidFill>
          <a:latin typeface="Calibri" panose="020F0502020204030204" pitchFamily="34" charset="0"/>
          <a:ea typeface="+mn-ea"/>
          <a:cs typeface="Calibri" panose="020F0502020204030204" pitchFamily="34" charset="0"/>
        </a:defRPr>
      </a:lvl3pPr>
      <a:lvl4pPr marL="1216152" indent="-182880" algn="l" rtl="0" eaLnBrk="1" latinLnBrk="0" hangingPunct="1">
        <a:spcBef>
          <a:spcPct val="20000"/>
        </a:spcBef>
        <a:buClr>
          <a:srgbClr val="FFB81C"/>
        </a:buClr>
        <a:buFont typeface="Wingdings" pitchFamily="2" charset="2"/>
        <a:buChar char="§"/>
        <a:defRPr kumimoji="0" sz="2000" kern="1200">
          <a:solidFill>
            <a:schemeClr val="tx1"/>
          </a:solidFill>
          <a:latin typeface="Calibri" panose="020F0502020204030204" pitchFamily="34" charset="0"/>
          <a:ea typeface="+mn-ea"/>
          <a:cs typeface="Calibri" panose="020F0502020204030204" pitchFamily="34"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Calibri" panose="020F0502020204030204" pitchFamily="34" charset="0"/>
          <a:ea typeface="+mn-ea"/>
          <a:cs typeface="Calibri" panose="020F0502020204030204" pitchFamily="34"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5.jp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slideLayout" Target="../slideLayouts/slideLayout2.xml"/><Relationship Id="rId1" Type="http://schemas.openxmlformats.org/officeDocument/2006/relationships/video" Target="https://www.youtube.com/embed/pKRdn0zEIh4?start=104&amp;feature=oembed"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github.com/SermonPress-AI" TargetMode="External"/><Relationship Id="rId2" Type="http://schemas.openxmlformats.org/officeDocument/2006/relationships/hyperlink" Target="https://sermonpress.ai/"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4BED0-936D-F60E-9FB3-73BCD0A9F9BF}"/>
              </a:ext>
            </a:extLst>
          </p:cNvPr>
          <p:cNvSpPr>
            <a:spLocks noGrp="1"/>
          </p:cNvSpPr>
          <p:nvPr>
            <p:ph type="ctrTitle"/>
          </p:nvPr>
        </p:nvSpPr>
        <p:spPr/>
        <p:txBody>
          <a:bodyPr/>
          <a:lstStyle/>
          <a:p>
            <a:r>
              <a:rPr lang="en-US" dirty="0" err="1"/>
              <a:t>SermonPress</a:t>
            </a:r>
            <a:r>
              <a:rPr lang="en-US" dirty="0"/>
              <a:t> AI: Empowering Churches with Innovative AI Solutions</a:t>
            </a:r>
          </a:p>
        </p:txBody>
      </p:sp>
      <p:sp>
        <p:nvSpPr>
          <p:cNvPr id="3" name="Subtitle 2">
            <a:extLst>
              <a:ext uri="{FF2B5EF4-FFF2-40B4-BE49-F238E27FC236}">
                <a16:creationId xmlns:a16="http://schemas.microsoft.com/office/drawing/2014/main" id="{C6CB2E5D-AE02-BF7B-B28F-4BC839A51C05}"/>
              </a:ext>
            </a:extLst>
          </p:cNvPr>
          <p:cNvSpPr>
            <a:spLocks noGrp="1"/>
          </p:cNvSpPr>
          <p:nvPr>
            <p:ph type="subTitle" idx="1"/>
          </p:nvPr>
        </p:nvSpPr>
        <p:spPr>
          <a:xfrm>
            <a:off x="914400" y="3504784"/>
            <a:ext cx="10769600" cy="1766463"/>
          </a:xfrm>
        </p:spPr>
        <p:txBody>
          <a:bodyPr>
            <a:normAutofit lnSpcReduction="10000"/>
          </a:bodyPr>
          <a:lstStyle/>
          <a:p>
            <a:r>
              <a:rPr lang="en-US" dirty="0"/>
              <a:t>Wisdom in the Age of AI Conference 2026</a:t>
            </a:r>
          </a:p>
          <a:p>
            <a:endParaRPr lang="en-US" dirty="0"/>
          </a:p>
          <a:p>
            <a:r>
              <a:rPr lang="en-US" dirty="0"/>
              <a:t>Paul Griffioen</a:t>
            </a:r>
          </a:p>
          <a:p>
            <a:r>
              <a:rPr lang="en-US" dirty="0"/>
              <a:t>Dordt University</a:t>
            </a:r>
          </a:p>
          <a:p>
            <a:endParaRPr lang="en-US" dirty="0"/>
          </a:p>
          <a:p>
            <a:r>
              <a:rPr lang="en-US" dirty="0"/>
              <a:t>10/09/2026</a:t>
            </a:r>
          </a:p>
        </p:txBody>
      </p:sp>
      <p:sp>
        <p:nvSpPr>
          <p:cNvPr id="4" name="Slide Number Placeholder 3">
            <a:extLst>
              <a:ext uri="{FF2B5EF4-FFF2-40B4-BE49-F238E27FC236}">
                <a16:creationId xmlns:a16="http://schemas.microsoft.com/office/drawing/2014/main" id="{2BA36AF8-2BA2-DE9B-853F-307AD604C4EB}"/>
              </a:ext>
            </a:extLst>
          </p:cNvPr>
          <p:cNvSpPr>
            <a:spLocks noGrp="1"/>
          </p:cNvSpPr>
          <p:nvPr>
            <p:ph type="sldNum" sz="quarter" idx="12"/>
          </p:nvPr>
        </p:nvSpPr>
        <p:spPr/>
        <p:txBody>
          <a:bodyPr/>
          <a:lstStyle/>
          <a:p>
            <a:fld id="{3C580042-F2B8-4B54-8245-85F6C9692D31}" type="slidenum">
              <a:rPr lang="en-US" smtClean="0"/>
              <a:pPr/>
              <a:t>1</a:t>
            </a:fld>
            <a:endParaRPr lang="en-US" dirty="0"/>
          </a:p>
        </p:txBody>
      </p:sp>
    </p:spTree>
    <p:extLst>
      <p:ext uri="{BB962C8B-B14F-4D97-AF65-F5344CB8AC3E}">
        <p14:creationId xmlns:p14="http://schemas.microsoft.com/office/powerpoint/2010/main" val="32569607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0CC6F-9C5C-41D2-88C3-875075984B09}"/>
              </a:ext>
            </a:extLst>
          </p:cNvPr>
          <p:cNvSpPr>
            <a:spLocks noGrp="1"/>
          </p:cNvSpPr>
          <p:nvPr>
            <p:ph type="title"/>
          </p:nvPr>
        </p:nvSpPr>
        <p:spPr/>
        <p:txBody>
          <a:bodyPr/>
          <a:lstStyle/>
          <a:p>
            <a:r>
              <a:rPr lang="en-US" dirty="0"/>
              <a:t>Need and Motivation</a:t>
            </a:r>
          </a:p>
        </p:txBody>
      </p:sp>
      <p:sp>
        <p:nvSpPr>
          <p:cNvPr id="3" name="Content Placeholder 2">
            <a:extLst>
              <a:ext uri="{FF2B5EF4-FFF2-40B4-BE49-F238E27FC236}">
                <a16:creationId xmlns:a16="http://schemas.microsoft.com/office/drawing/2014/main" id="{428DDF54-9B81-06FF-4661-4F4A973A6056}"/>
              </a:ext>
            </a:extLst>
          </p:cNvPr>
          <p:cNvSpPr>
            <a:spLocks noGrp="1"/>
          </p:cNvSpPr>
          <p:nvPr>
            <p:ph idx="1"/>
          </p:nvPr>
        </p:nvSpPr>
        <p:spPr/>
        <p:txBody>
          <a:bodyPr/>
          <a:lstStyle/>
          <a:p>
            <a:pPr marL="118872" indent="0">
              <a:buNone/>
            </a:pPr>
            <a:r>
              <a:rPr lang="en-US" dirty="0"/>
              <a:t>How do we increase the proclamation of the gospel, sound theology, and church visibility via the internet when there is:</a:t>
            </a:r>
          </a:p>
        </p:txBody>
      </p:sp>
      <p:sp>
        <p:nvSpPr>
          <p:cNvPr id="4" name="Slide Number Placeholder 3">
            <a:extLst>
              <a:ext uri="{FF2B5EF4-FFF2-40B4-BE49-F238E27FC236}">
                <a16:creationId xmlns:a16="http://schemas.microsoft.com/office/drawing/2014/main" id="{9516929B-36EA-6C58-6CF9-0976093DB662}"/>
              </a:ext>
            </a:extLst>
          </p:cNvPr>
          <p:cNvSpPr>
            <a:spLocks noGrp="1"/>
          </p:cNvSpPr>
          <p:nvPr>
            <p:ph type="sldNum" sz="quarter" idx="12"/>
          </p:nvPr>
        </p:nvSpPr>
        <p:spPr/>
        <p:txBody>
          <a:bodyPr/>
          <a:lstStyle/>
          <a:p>
            <a:fld id="{3C580042-F2B8-4B54-8245-85F6C9692D31}" type="slidenum">
              <a:rPr lang="en-US" smtClean="0"/>
              <a:pPr/>
              <a:t>2</a:t>
            </a:fld>
            <a:endParaRPr lang="en-US"/>
          </a:p>
        </p:txBody>
      </p:sp>
      <p:pic>
        <p:nvPicPr>
          <p:cNvPr id="8" name="Picture 7">
            <a:extLst>
              <a:ext uri="{FF2B5EF4-FFF2-40B4-BE49-F238E27FC236}">
                <a16:creationId xmlns:a16="http://schemas.microsoft.com/office/drawing/2014/main" id="{D4F62DDA-34F0-F8F7-1104-885AB4C71D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6759" y="2723663"/>
            <a:ext cx="2325074" cy="2325074"/>
          </a:xfrm>
          <a:prstGeom prst="rect">
            <a:avLst/>
          </a:prstGeom>
        </p:spPr>
      </p:pic>
      <p:pic>
        <p:nvPicPr>
          <p:cNvPr id="10" name="Picture 9">
            <a:extLst>
              <a:ext uri="{FF2B5EF4-FFF2-40B4-BE49-F238E27FC236}">
                <a16:creationId xmlns:a16="http://schemas.microsoft.com/office/drawing/2014/main" id="{1981551B-48E2-9FC1-7878-6FDA17D2F34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08159" y="2723663"/>
            <a:ext cx="2575681" cy="2325074"/>
          </a:xfrm>
          <a:prstGeom prst="rect">
            <a:avLst/>
          </a:prstGeom>
        </p:spPr>
      </p:pic>
      <p:pic>
        <p:nvPicPr>
          <p:cNvPr id="14" name="Picture 13">
            <a:extLst>
              <a:ext uri="{FF2B5EF4-FFF2-40B4-BE49-F238E27FC236}">
                <a16:creationId xmlns:a16="http://schemas.microsoft.com/office/drawing/2014/main" id="{9D61D78E-E65C-3CA4-A048-7709107FCD8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636412" y="2723663"/>
            <a:ext cx="3090981" cy="2325074"/>
          </a:xfrm>
          <a:prstGeom prst="rect">
            <a:avLst/>
          </a:prstGeom>
        </p:spPr>
      </p:pic>
      <p:sp>
        <p:nvSpPr>
          <p:cNvPr id="15" name="TextBox 14">
            <a:extLst>
              <a:ext uri="{FF2B5EF4-FFF2-40B4-BE49-F238E27FC236}">
                <a16:creationId xmlns:a16="http://schemas.microsoft.com/office/drawing/2014/main" id="{667EF179-7200-4A5E-B8AE-015986740A64}"/>
              </a:ext>
            </a:extLst>
          </p:cNvPr>
          <p:cNvSpPr txBox="1"/>
          <p:nvPr/>
        </p:nvSpPr>
        <p:spPr>
          <a:xfrm>
            <a:off x="224209" y="5241777"/>
            <a:ext cx="3410174" cy="830997"/>
          </a:xfrm>
          <a:prstGeom prst="rect">
            <a:avLst/>
          </a:prstGeom>
          <a:noFill/>
        </p:spPr>
        <p:txBody>
          <a:bodyPr wrap="square" rtlCol="0">
            <a:spAutoFit/>
          </a:bodyPr>
          <a:lstStyle/>
          <a:p>
            <a:r>
              <a:rPr lang="en-US" sz="2400" dirty="0"/>
              <a:t>No time: busy pastors and limited/no church staff</a:t>
            </a:r>
          </a:p>
        </p:txBody>
      </p:sp>
      <p:sp>
        <p:nvSpPr>
          <p:cNvPr id="16" name="TextBox 15">
            <a:extLst>
              <a:ext uri="{FF2B5EF4-FFF2-40B4-BE49-F238E27FC236}">
                <a16:creationId xmlns:a16="http://schemas.microsoft.com/office/drawing/2014/main" id="{61FBDA80-0252-40F2-9909-35F836259746}"/>
              </a:ext>
            </a:extLst>
          </p:cNvPr>
          <p:cNvSpPr txBox="1"/>
          <p:nvPr/>
        </p:nvSpPr>
        <p:spPr>
          <a:xfrm>
            <a:off x="4050701" y="5241777"/>
            <a:ext cx="4090595" cy="830997"/>
          </a:xfrm>
          <a:prstGeom prst="rect">
            <a:avLst/>
          </a:prstGeom>
          <a:noFill/>
        </p:spPr>
        <p:txBody>
          <a:bodyPr wrap="square" rtlCol="0">
            <a:spAutoFit/>
          </a:bodyPr>
          <a:lstStyle/>
          <a:p>
            <a:r>
              <a:rPr lang="en-US" sz="2400" dirty="0"/>
              <a:t>Lack of technical expertise among pastors and church staff</a:t>
            </a:r>
          </a:p>
        </p:txBody>
      </p:sp>
      <p:sp>
        <p:nvSpPr>
          <p:cNvPr id="17" name="TextBox 16">
            <a:extLst>
              <a:ext uri="{FF2B5EF4-FFF2-40B4-BE49-F238E27FC236}">
                <a16:creationId xmlns:a16="http://schemas.microsoft.com/office/drawing/2014/main" id="{B902D75E-6029-3762-776B-0B9B939D212D}"/>
              </a:ext>
            </a:extLst>
          </p:cNvPr>
          <p:cNvSpPr txBox="1"/>
          <p:nvPr/>
        </p:nvSpPr>
        <p:spPr>
          <a:xfrm>
            <a:off x="8933119" y="5241776"/>
            <a:ext cx="2497566" cy="830997"/>
          </a:xfrm>
          <a:prstGeom prst="rect">
            <a:avLst/>
          </a:prstGeom>
          <a:noFill/>
        </p:spPr>
        <p:txBody>
          <a:bodyPr wrap="square" rtlCol="0">
            <a:spAutoFit/>
          </a:bodyPr>
          <a:lstStyle/>
          <a:p>
            <a:r>
              <a:rPr lang="en-US" sz="2400" dirty="0"/>
              <a:t>Limited church financial resources</a:t>
            </a:r>
          </a:p>
        </p:txBody>
      </p:sp>
    </p:spTree>
    <p:extLst>
      <p:ext uri="{BB962C8B-B14F-4D97-AF65-F5344CB8AC3E}">
        <p14:creationId xmlns:p14="http://schemas.microsoft.com/office/powerpoint/2010/main" val="2192684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FE414C-4AD8-7ABA-7BD2-508BA5388A74}"/>
              </a:ext>
            </a:extLst>
          </p:cNvPr>
          <p:cNvSpPr>
            <a:spLocks noGrp="1"/>
          </p:cNvSpPr>
          <p:nvPr>
            <p:ph type="title"/>
          </p:nvPr>
        </p:nvSpPr>
        <p:spPr/>
        <p:txBody>
          <a:bodyPr/>
          <a:lstStyle/>
          <a:p>
            <a:r>
              <a:rPr lang="en-US" dirty="0"/>
              <a:t>Mission</a:t>
            </a:r>
          </a:p>
        </p:txBody>
      </p:sp>
      <p:sp>
        <p:nvSpPr>
          <p:cNvPr id="3" name="Content Placeholder 2">
            <a:extLst>
              <a:ext uri="{FF2B5EF4-FFF2-40B4-BE49-F238E27FC236}">
                <a16:creationId xmlns:a16="http://schemas.microsoft.com/office/drawing/2014/main" id="{96958A0E-3BED-6882-B1B7-A6BEC16C3181}"/>
              </a:ext>
            </a:extLst>
          </p:cNvPr>
          <p:cNvSpPr>
            <a:spLocks noGrp="1"/>
          </p:cNvSpPr>
          <p:nvPr>
            <p:ph idx="1"/>
          </p:nvPr>
        </p:nvSpPr>
        <p:spPr>
          <a:xfrm>
            <a:off x="609600" y="1371600"/>
            <a:ext cx="10972800" cy="5486400"/>
          </a:xfrm>
        </p:spPr>
        <p:txBody>
          <a:bodyPr>
            <a:normAutofit fontScale="85000" lnSpcReduction="20000"/>
          </a:bodyPr>
          <a:lstStyle/>
          <a:p>
            <a:pPr marL="118872" indent="0" algn="just">
              <a:buNone/>
            </a:pPr>
            <a:r>
              <a:rPr lang="en-US" dirty="0" err="1"/>
              <a:t>SermonPress</a:t>
            </a:r>
            <a:r>
              <a:rPr lang="en-US" dirty="0"/>
              <a:t> AI exists to help churches proclaim God’s Word more effectively using AI workflow automation technology. We equip local congregations with open-source tools—including n8n workflows and WordPress plugins—that make it easier to publish, distribute, and repurpose sermons across:</a:t>
            </a:r>
          </a:p>
          <a:p>
            <a:pPr algn="just"/>
            <a:r>
              <a:rPr lang="en-US" dirty="0"/>
              <a:t>Church websites</a:t>
            </a:r>
          </a:p>
          <a:p>
            <a:pPr algn="just"/>
            <a:r>
              <a:rPr lang="en-US" dirty="0"/>
              <a:t>Search engines</a:t>
            </a:r>
          </a:p>
          <a:p>
            <a:pPr algn="just"/>
            <a:r>
              <a:rPr lang="en-US" dirty="0"/>
              <a:t>Social media platforms</a:t>
            </a:r>
          </a:p>
          <a:p>
            <a:pPr algn="just"/>
            <a:r>
              <a:rPr lang="en-US" dirty="0"/>
              <a:t>Foreign languages</a:t>
            </a:r>
          </a:p>
          <a:p>
            <a:pPr marL="118872" indent="0" algn="just">
              <a:buNone/>
            </a:pPr>
            <a:endParaRPr lang="en-US" dirty="0"/>
          </a:p>
          <a:p>
            <a:pPr marL="118872" indent="0" algn="just">
              <a:buNone/>
            </a:pPr>
            <a:r>
              <a:rPr lang="en-US" dirty="0"/>
              <a:t>“How then will they call on him in whom they have not believed? And how are they to believe in him of whom they have never heard? And how are they to hear without someone preaching? … ‘How beautiful are the feet of those who preach the good news!’” – Romans 10:14-15</a:t>
            </a:r>
          </a:p>
          <a:p>
            <a:pPr marL="118872" indent="0" algn="just">
              <a:buNone/>
            </a:pPr>
            <a:endParaRPr lang="en-US" dirty="0"/>
          </a:p>
          <a:p>
            <a:pPr marL="118872" indent="0" algn="just">
              <a:buNone/>
            </a:pPr>
            <a:r>
              <a:rPr lang="en-US" dirty="0"/>
              <a:t>Note: our goal is emphatically NOT content origination</a:t>
            </a:r>
          </a:p>
        </p:txBody>
      </p:sp>
      <p:sp>
        <p:nvSpPr>
          <p:cNvPr id="4" name="Slide Number Placeholder 3">
            <a:extLst>
              <a:ext uri="{FF2B5EF4-FFF2-40B4-BE49-F238E27FC236}">
                <a16:creationId xmlns:a16="http://schemas.microsoft.com/office/drawing/2014/main" id="{72DD81CB-55AB-15CB-FFAC-FD09BE0A9E3B}"/>
              </a:ext>
            </a:extLst>
          </p:cNvPr>
          <p:cNvSpPr>
            <a:spLocks noGrp="1"/>
          </p:cNvSpPr>
          <p:nvPr>
            <p:ph type="sldNum" sz="quarter" idx="12"/>
          </p:nvPr>
        </p:nvSpPr>
        <p:spPr/>
        <p:txBody>
          <a:bodyPr/>
          <a:lstStyle/>
          <a:p>
            <a:fld id="{3C580042-F2B8-4B54-8245-85F6C9692D31}" type="slidenum">
              <a:rPr lang="en-US" smtClean="0"/>
              <a:pPr/>
              <a:t>3</a:t>
            </a:fld>
            <a:endParaRPr lang="en-US"/>
          </a:p>
        </p:txBody>
      </p:sp>
    </p:spTree>
    <p:extLst>
      <p:ext uri="{BB962C8B-B14F-4D97-AF65-F5344CB8AC3E}">
        <p14:creationId xmlns:p14="http://schemas.microsoft.com/office/powerpoint/2010/main" val="2852536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1CB82E-84EC-750D-B350-B8D4BAA1B92C}"/>
              </a:ext>
            </a:extLst>
          </p:cNvPr>
          <p:cNvSpPr>
            <a:spLocks noGrp="1"/>
          </p:cNvSpPr>
          <p:nvPr>
            <p:ph type="title"/>
          </p:nvPr>
        </p:nvSpPr>
        <p:spPr/>
        <p:txBody>
          <a:bodyPr/>
          <a:lstStyle/>
          <a:p>
            <a:r>
              <a:rPr lang="en-US" dirty="0"/>
              <a:t>Increasing Search Engine Visibility</a:t>
            </a:r>
          </a:p>
        </p:txBody>
      </p:sp>
      <p:sp>
        <p:nvSpPr>
          <p:cNvPr id="4" name="Slide Number Placeholder 3">
            <a:extLst>
              <a:ext uri="{FF2B5EF4-FFF2-40B4-BE49-F238E27FC236}">
                <a16:creationId xmlns:a16="http://schemas.microsoft.com/office/drawing/2014/main" id="{CD39891D-10F5-1E23-B13B-9399868DF305}"/>
              </a:ext>
            </a:extLst>
          </p:cNvPr>
          <p:cNvSpPr>
            <a:spLocks noGrp="1"/>
          </p:cNvSpPr>
          <p:nvPr>
            <p:ph type="sldNum" sz="quarter" idx="12"/>
          </p:nvPr>
        </p:nvSpPr>
        <p:spPr/>
        <p:txBody>
          <a:bodyPr/>
          <a:lstStyle/>
          <a:p>
            <a:fld id="{3C580042-F2B8-4B54-8245-85F6C9692D31}" type="slidenum">
              <a:rPr lang="en-US" smtClean="0"/>
              <a:pPr/>
              <a:t>4</a:t>
            </a:fld>
            <a:endParaRPr lang="en-US"/>
          </a:p>
        </p:txBody>
      </p:sp>
      <p:pic>
        <p:nvPicPr>
          <p:cNvPr id="5" name="Google Shape;194;p34">
            <a:extLst>
              <a:ext uri="{FF2B5EF4-FFF2-40B4-BE49-F238E27FC236}">
                <a16:creationId xmlns:a16="http://schemas.microsoft.com/office/drawing/2014/main" id="{D77BC04F-F178-A787-BC73-E16F6F9EF3B7}"/>
              </a:ext>
            </a:extLst>
          </p:cNvPr>
          <p:cNvPicPr preferRelativeResize="0">
            <a:picLocks noChangeAspect="1"/>
          </p:cNvPicPr>
          <p:nvPr/>
        </p:nvPicPr>
        <p:blipFill>
          <a:blip r:embed="rId3">
            <a:alphaModFix/>
          </a:blip>
          <a:stretch>
            <a:fillRect/>
          </a:stretch>
        </p:blipFill>
        <p:spPr>
          <a:xfrm>
            <a:off x="0" y="2786231"/>
            <a:ext cx="6096000" cy="3777278"/>
          </a:xfrm>
          <a:prstGeom prst="rect">
            <a:avLst/>
          </a:prstGeom>
          <a:noFill/>
          <a:ln>
            <a:noFill/>
          </a:ln>
        </p:spPr>
      </p:pic>
      <p:pic>
        <p:nvPicPr>
          <p:cNvPr id="6" name="Google Shape;199;p35">
            <a:extLst>
              <a:ext uri="{FF2B5EF4-FFF2-40B4-BE49-F238E27FC236}">
                <a16:creationId xmlns:a16="http://schemas.microsoft.com/office/drawing/2014/main" id="{87254D1F-DB07-AD67-BCE0-0C55B23828C3}"/>
              </a:ext>
            </a:extLst>
          </p:cNvPr>
          <p:cNvPicPr preferRelativeResize="0">
            <a:picLocks noChangeAspect="1"/>
          </p:cNvPicPr>
          <p:nvPr/>
        </p:nvPicPr>
        <p:blipFill>
          <a:blip r:embed="rId4">
            <a:alphaModFix/>
          </a:blip>
          <a:stretch>
            <a:fillRect/>
          </a:stretch>
        </p:blipFill>
        <p:spPr>
          <a:xfrm>
            <a:off x="6097338" y="2786231"/>
            <a:ext cx="6094662" cy="3452052"/>
          </a:xfrm>
          <a:prstGeom prst="rect">
            <a:avLst/>
          </a:prstGeom>
          <a:noFill/>
          <a:ln>
            <a:noFill/>
          </a:ln>
        </p:spPr>
      </p:pic>
      <p:sp>
        <p:nvSpPr>
          <p:cNvPr id="7" name="TextBox 6">
            <a:extLst>
              <a:ext uri="{FF2B5EF4-FFF2-40B4-BE49-F238E27FC236}">
                <a16:creationId xmlns:a16="http://schemas.microsoft.com/office/drawing/2014/main" id="{BE764C66-1ACA-6409-5CD6-7A60FAFB29A2}"/>
              </a:ext>
            </a:extLst>
          </p:cNvPr>
          <p:cNvSpPr txBox="1"/>
          <p:nvPr/>
        </p:nvSpPr>
        <p:spPr>
          <a:xfrm>
            <a:off x="0" y="1178560"/>
            <a:ext cx="12192000" cy="1323439"/>
          </a:xfrm>
          <a:prstGeom prst="rect">
            <a:avLst/>
          </a:prstGeom>
          <a:noFill/>
        </p:spPr>
        <p:txBody>
          <a:bodyPr wrap="square" rtlCol="0">
            <a:spAutoFit/>
          </a:bodyPr>
          <a:lstStyle/>
          <a:p>
            <a:r>
              <a:rPr lang="en-US" sz="2000" u="sng" dirty="0"/>
              <a:t>The Importance of Online Evangelism</a:t>
            </a:r>
          </a:p>
          <a:p>
            <a:pPr marL="342900" indent="-342900">
              <a:buFont typeface="Arial" panose="020B0604020202020204" pitchFamily="34" charset="0"/>
              <a:buChar char="•"/>
            </a:pPr>
            <a:r>
              <a:rPr lang="en-US" sz="2000" dirty="0"/>
              <a:t>How do churches increase their visibility and the proclamation of the gospel across the internet, websites, YouTube, </a:t>
            </a:r>
            <a:r>
              <a:rPr lang="en-US" sz="2000" dirty="0" err="1"/>
              <a:t>SermonAudio</a:t>
            </a:r>
            <a:r>
              <a:rPr lang="en-US" sz="2000" dirty="0"/>
              <a:t>, LLMs, podcasts, social media, and more?</a:t>
            </a:r>
          </a:p>
          <a:p>
            <a:pPr marL="342900" indent="-342900">
              <a:buFont typeface="Arial" panose="020B0604020202020204" pitchFamily="34" charset="0"/>
              <a:buChar char="•"/>
            </a:pPr>
            <a:r>
              <a:rPr lang="en-US" sz="2000" dirty="0"/>
              <a:t>How does a church increase its ranking in search engine results and LLM outputs?</a:t>
            </a:r>
          </a:p>
        </p:txBody>
      </p:sp>
    </p:spTree>
    <p:extLst>
      <p:ext uri="{BB962C8B-B14F-4D97-AF65-F5344CB8AC3E}">
        <p14:creationId xmlns:p14="http://schemas.microsoft.com/office/powerpoint/2010/main" val="18273808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FCDA4C-0D03-766F-CBAB-BA0D70F050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3788A2-2C2D-8545-B05A-27F033D1C127}"/>
              </a:ext>
            </a:extLst>
          </p:cNvPr>
          <p:cNvSpPr>
            <a:spLocks noGrp="1"/>
          </p:cNvSpPr>
          <p:nvPr>
            <p:ph type="title"/>
          </p:nvPr>
        </p:nvSpPr>
        <p:spPr/>
        <p:txBody>
          <a:bodyPr/>
          <a:lstStyle/>
          <a:p>
            <a:r>
              <a:rPr lang="en-US" dirty="0"/>
              <a:t>Increasing Search Engine Visibility</a:t>
            </a:r>
          </a:p>
        </p:txBody>
      </p:sp>
      <p:sp>
        <p:nvSpPr>
          <p:cNvPr id="4" name="Slide Number Placeholder 3">
            <a:extLst>
              <a:ext uri="{FF2B5EF4-FFF2-40B4-BE49-F238E27FC236}">
                <a16:creationId xmlns:a16="http://schemas.microsoft.com/office/drawing/2014/main" id="{12130AA7-A880-7F6A-EAE5-5844607E6ED6}"/>
              </a:ext>
            </a:extLst>
          </p:cNvPr>
          <p:cNvSpPr>
            <a:spLocks noGrp="1"/>
          </p:cNvSpPr>
          <p:nvPr>
            <p:ph type="sldNum" sz="quarter" idx="12"/>
          </p:nvPr>
        </p:nvSpPr>
        <p:spPr/>
        <p:txBody>
          <a:bodyPr/>
          <a:lstStyle/>
          <a:p>
            <a:fld id="{3C580042-F2B8-4B54-8245-85F6C9692D31}" type="slidenum">
              <a:rPr lang="en-US" smtClean="0"/>
              <a:pPr/>
              <a:t>5</a:t>
            </a:fld>
            <a:endParaRPr lang="en-US"/>
          </a:p>
        </p:txBody>
      </p:sp>
      <p:pic>
        <p:nvPicPr>
          <p:cNvPr id="6" name="Google Shape;204;p36">
            <a:extLst>
              <a:ext uri="{FF2B5EF4-FFF2-40B4-BE49-F238E27FC236}">
                <a16:creationId xmlns:a16="http://schemas.microsoft.com/office/drawing/2014/main" id="{2ACDC8A8-5726-FAEE-F65E-573E6DB31735}"/>
              </a:ext>
            </a:extLst>
          </p:cNvPr>
          <p:cNvPicPr preferRelativeResize="0">
            <a:picLocks noChangeAspect="1"/>
          </p:cNvPicPr>
          <p:nvPr/>
        </p:nvPicPr>
        <p:blipFill>
          <a:blip r:embed="rId3">
            <a:alphaModFix/>
          </a:blip>
          <a:stretch>
            <a:fillRect/>
          </a:stretch>
        </p:blipFill>
        <p:spPr>
          <a:xfrm>
            <a:off x="0" y="2168096"/>
            <a:ext cx="6096000" cy="3949462"/>
          </a:xfrm>
          <a:prstGeom prst="rect">
            <a:avLst/>
          </a:prstGeom>
          <a:noFill/>
          <a:ln>
            <a:noFill/>
          </a:ln>
        </p:spPr>
      </p:pic>
      <p:pic>
        <p:nvPicPr>
          <p:cNvPr id="7" name="Google Shape;171;p30">
            <a:extLst>
              <a:ext uri="{FF2B5EF4-FFF2-40B4-BE49-F238E27FC236}">
                <a16:creationId xmlns:a16="http://schemas.microsoft.com/office/drawing/2014/main" id="{40A92F0B-ED28-A7E9-8AF9-BF5332EF899B}"/>
              </a:ext>
            </a:extLst>
          </p:cNvPr>
          <p:cNvPicPr preferRelativeResize="0">
            <a:picLocks noChangeAspect="1"/>
          </p:cNvPicPr>
          <p:nvPr/>
        </p:nvPicPr>
        <p:blipFill>
          <a:blip r:embed="rId4">
            <a:alphaModFix/>
          </a:blip>
          <a:stretch>
            <a:fillRect/>
          </a:stretch>
        </p:blipFill>
        <p:spPr>
          <a:xfrm>
            <a:off x="6096000" y="2168096"/>
            <a:ext cx="6096000" cy="3275692"/>
          </a:xfrm>
          <a:prstGeom prst="rect">
            <a:avLst/>
          </a:prstGeom>
          <a:noFill/>
          <a:ln>
            <a:noFill/>
          </a:ln>
        </p:spPr>
      </p:pic>
      <p:sp>
        <p:nvSpPr>
          <p:cNvPr id="8" name="TextBox 7">
            <a:extLst>
              <a:ext uri="{FF2B5EF4-FFF2-40B4-BE49-F238E27FC236}">
                <a16:creationId xmlns:a16="http://schemas.microsoft.com/office/drawing/2014/main" id="{35B605FF-9DF7-AB9B-FFEC-367404D0CC0E}"/>
              </a:ext>
            </a:extLst>
          </p:cNvPr>
          <p:cNvSpPr txBox="1"/>
          <p:nvPr/>
        </p:nvSpPr>
        <p:spPr>
          <a:xfrm>
            <a:off x="184285" y="1624404"/>
            <a:ext cx="11823430" cy="400110"/>
          </a:xfrm>
          <a:prstGeom prst="rect">
            <a:avLst/>
          </a:prstGeom>
          <a:noFill/>
        </p:spPr>
        <p:txBody>
          <a:bodyPr wrap="none" rtlCol="0">
            <a:spAutoFit/>
          </a:bodyPr>
          <a:lstStyle/>
          <a:p>
            <a:r>
              <a:rPr lang="en-US" sz="2000" dirty="0"/>
              <a:t>Full-text transcripts/blogs, clear titles/metadata, and embedded audio/video all increase search engine visibility:</a:t>
            </a:r>
          </a:p>
        </p:txBody>
      </p:sp>
    </p:spTree>
    <p:extLst>
      <p:ext uri="{BB962C8B-B14F-4D97-AF65-F5344CB8AC3E}">
        <p14:creationId xmlns:p14="http://schemas.microsoft.com/office/powerpoint/2010/main" val="41892920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B5C29-AA68-20E8-6FE4-FFB477EE7BEB}"/>
              </a:ext>
            </a:extLst>
          </p:cNvPr>
          <p:cNvSpPr>
            <a:spLocks noGrp="1"/>
          </p:cNvSpPr>
          <p:nvPr>
            <p:ph type="title"/>
          </p:nvPr>
        </p:nvSpPr>
        <p:spPr/>
        <p:txBody>
          <a:bodyPr/>
          <a:lstStyle/>
          <a:p>
            <a:r>
              <a:rPr lang="en-US" dirty="0"/>
              <a:t>Increasing Search Engine Visibility</a:t>
            </a:r>
          </a:p>
        </p:txBody>
      </p:sp>
      <p:sp>
        <p:nvSpPr>
          <p:cNvPr id="4" name="Slide Number Placeholder 3">
            <a:extLst>
              <a:ext uri="{FF2B5EF4-FFF2-40B4-BE49-F238E27FC236}">
                <a16:creationId xmlns:a16="http://schemas.microsoft.com/office/drawing/2014/main" id="{81CAE442-4C41-10B5-ED62-618364D70A02}"/>
              </a:ext>
            </a:extLst>
          </p:cNvPr>
          <p:cNvSpPr>
            <a:spLocks noGrp="1"/>
          </p:cNvSpPr>
          <p:nvPr>
            <p:ph type="sldNum" sz="quarter" idx="12"/>
          </p:nvPr>
        </p:nvSpPr>
        <p:spPr/>
        <p:txBody>
          <a:bodyPr/>
          <a:lstStyle/>
          <a:p>
            <a:fld id="{3C580042-F2B8-4B54-8245-85F6C9692D31}" type="slidenum">
              <a:rPr lang="en-US" smtClean="0"/>
              <a:pPr/>
              <a:t>6</a:t>
            </a:fld>
            <a:endParaRPr lang="en-US"/>
          </a:p>
        </p:txBody>
      </p:sp>
      <p:pic>
        <p:nvPicPr>
          <p:cNvPr id="5" name="Google Shape;184;p32" title="Chart">
            <a:extLst>
              <a:ext uri="{FF2B5EF4-FFF2-40B4-BE49-F238E27FC236}">
                <a16:creationId xmlns:a16="http://schemas.microsoft.com/office/drawing/2014/main" id="{0673434E-F162-8534-9080-18FBDD9680F3}"/>
              </a:ext>
            </a:extLst>
          </p:cNvPr>
          <p:cNvPicPr preferRelativeResize="0"/>
          <p:nvPr/>
        </p:nvPicPr>
        <p:blipFill>
          <a:blip r:embed="rId2">
            <a:alphaModFix/>
          </a:blip>
          <a:stretch>
            <a:fillRect/>
          </a:stretch>
        </p:blipFill>
        <p:spPr>
          <a:xfrm>
            <a:off x="5843037" y="2677252"/>
            <a:ext cx="6348963" cy="3925775"/>
          </a:xfrm>
          <a:prstGeom prst="rect">
            <a:avLst/>
          </a:prstGeom>
          <a:noFill/>
          <a:ln>
            <a:noFill/>
          </a:ln>
        </p:spPr>
      </p:pic>
      <p:graphicFrame>
        <p:nvGraphicFramePr>
          <p:cNvPr id="6" name="Table 5">
            <a:extLst>
              <a:ext uri="{FF2B5EF4-FFF2-40B4-BE49-F238E27FC236}">
                <a16:creationId xmlns:a16="http://schemas.microsoft.com/office/drawing/2014/main" id="{713C2AD0-F675-B5F0-4D2C-2F7F243EE9E4}"/>
              </a:ext>
            </a:extLst>
          </p:cNvPr>
          <p:cNvGraphicFramePr>
            <a:graphicFrameLocks noGrp="1"/>
          </p:cNvGraphicFramePr>
          <p:nvPr>
            <p:extLst>
              <p:ext uri="{D42A27DB-BD31-4B8C-83A1-F6EECF244321}">
                <p14:modId xmlns:p14="http://schemas.microsoft.com/office/powerpoint/2010/main" val="2605862722"/>
              </p:ext>
            </p:extLst>
          </p:nvPr>
        </p:nvGraphicFramePr>
        <p:xfrm>
          <a:off x="0" y="1191408"/>
          <a:ext cx="6434267" cy="1381760"/>
        </p:xfrm>
        <a:graphic>
          <a:graphicData uri="http://schemas.openxmlformats.org/drawingml/2006/table">
            <a:tbl>
              <a:tblPr firstRow="1" bandRow="1">
                <a:tableStyleId>{073A0DAA-6AF3-43AB-8588-CEC1D06C72B9}</a:tableStyleId>
              </a:tblPr>
              <a:tblGrid>
                <a:gridCol w="2658333">
                  <a:extLst>
                    <a:ext uri="{9D8B030D-6E8A-4147-A177-3AD203B41FA5}">
                      <a16:colId xmlns:a16="http://schemas.microsoft.com/office/drawing/2014/main" val="3592604656"/>
                    </a:ext>
                  </a:extLst>
                </a:gridCol>
                <a:gridCol w="1893345">
                  <a:extLst>
                    <a:ext uri="{9D8B030D-6E8A-4147-A177-3AD203B41FA5}">
                      <a16:colId xmlns:a16="http://schemas.microsoft.com/office/drawing/2014/main" val="564897298"/>
                    </a:ext>
                  </a:extLst>
                </a:gridCol>
                <a:gridCol w="1882589">
                  <a:extLst>
                    <a:ext uri="{9D8B030D-6E8A-4147-A177-3AD203B41FA5}">
                      <a16:colId xmlns:a16="http://schemas.microsoft.com/office/drawing/2014/main" val="2868063800"/>
                    </a:ext>
                  </a:extLst>
                </a:gridCol>
              </a:tblGrid>
              <a:tr h="370840">
                <a:tc>
                  <a:txBody>
                    <a:bodyPr/>
                    <a:lstStyle/>
                    <a:p>
                      <a:r>
                        <a:rPr lang="en-US" b="0" dirty="0"/>
                        <a:t>(sample size = 77 church websites)</a:t>
                      </a:r>
                    </a:p>
                  </a:txBody>
                  <a:tcPr/>
                </a:tc>
                <a:tc>
                  <a:txBody>
                    <a:bodyPr/>
                    <a:lstStyle/>
                    <a:p>
                      <a:r>
                        <a:rPr lang="en-US" dirty="0"/>
                        <a:t>Without Full-Text Transcripts/Blog</a:t>
                      </a:r>
                    </a:p>
                  </a:txBody>
                  <a:tcPr/>
                </a:tc>
                <a:tc>
                  <a:txBody>
                    <a:bodyPr/>
                    <a:lstStyle/>
                    <a:p>
                      <a:r>
                        <a:rPr lang="en-US" dirty="0"/>
                        <a:t>With Full-Text Transcripts/Blog</a:t>
                      </a:r>
                    </a:p>
                  </a:txBody>
                  <a:tcPr/>
                </a:tc>
                <a:extLst>
                  <a:ext uri="{0D108BD9-81ED-4DB2-BD59-A6C34878D82A}">
                    <a16:rowId xmlns:a16="http://schemas.microsoft.com/office/drawing/2014/main" val="3613811243"/>
                  </a:ext>
                </a:extLst>
              </a:tr>
              <a:tr h="370840">
                <a:tc>
                  <a:txBody>
                    <a:bodyPr/>
                    <a:lstStyle/>
                    <a:p>
                      <a:r>
                        <a:rPr lang="en-US" dirty="0"/>
                        <a:t>Average Total Clicks</a:t>
                      </a:r>
                    </a:p>
                  </a:txBody>
                  <a:tcPr/>
                </a:tc>
                <a:tc>
                  <a:txBody>
                    <a:bodyPr/>
                    <a:lstStyle/>
                    <a:p>
                      <a:pPr algn="ctr"/>
                      <a:r>
                        <a:rPr lang="en-US" dirty="0"/>
                        <a:t>335</a:t>
                      </a:r>
                    </a:p>
                  </a:txBody>
                  <a:tcPr/>
                </a:tc>
                <a:tc>
                  <a:txBody>
                    <a:bodyPr/>
                    <a:lstStyle/>
                    <a:p>
                      <a:pPr algn="ctr"/>
                      <a:r>
                        <a:rPr lang="en-US" dirty="0"/>
                        <a:t>607</a:t>
                      </a:r>
                    </a:p>
                  </a:txBody>
                  <a:tcPr/>
                </a:tc>
                <a:extLst>
                  <a:ext uri="{0D108BD9-81ED-4DB2-BD59-A6C34878D82A}">
                    <a16:rowId xmlns:a16="http://schemas.microsoft.com/office/drawing/2014/main" val="1706207764"/>
                  </a:ext>
                </a:extLst>
              </a:tr>
              <a:tr h="370840">
                <a:tc>
                  <a:txBody>
                    <a:bodyPr/>
                    <a:lstStyle/>
                    <a:p>
                      <a:r>
                        <a:rPr lang="en-US" dirty="0"/>
                        <a:t>Average Total Impressions</a:t>
                      </a:r>
                    </a:p>
                  </a:txBody>
                  <a:tcPr/>
                </a:tc>
                <a:tc>
                  <a:txBody>
                    <a:bodyPr/>
                    <a:lstStyle/>
                    <a:p>
                      <a:pPr algn="ctr"/>
                      <a:r>
                        <a:rPr lang="en-US" dirty="0"/>
                        <a:t>6,292</a:t>
                      </a:r>
                    </a:p>
                  </a:txBody>
                  <a:tcPr/>
                </a:tc>
                <a:tc>
                  <a:txBody>
                    <a:bodyPr/>
                    <a:lstStyle/>
                    <a:p>
                      <a:pPr algn="ctr"/>
                      <a:r>
                        <a:rPr lang="en-US" dirty="0"/>
                        <a:t>31,498</a:t>
                      </a:r>
                    </a:p>
                  </a:txBody>
                  <a:tcPr/>
                </a:tc>
                <a:extLst>
                  <a:ext uri="{0D108BD9-81ED-4DB2-BD59-A6C34878D82A}">
                    <a16:rowId xmlns:a16="http://schemas.microsoft.com/office/drawing/2014/main" val="1116096352"/>
                  </a:ext>
                </a:extLst>
              </a:tr>
            </a:tbl>
          </a:graphicData>
        </a:graphic>
      </p:graphicFrame>
      <p:cxnSp>
        <p:nvCxnSpPr>
          <p:cNvPr id="8" name="Straight Arrow Connector 7">
            <a:extLst>
              <a:ext uri="{FF2B5EF4-FFF2-40B4-BE49-F238E27FC236}">
                <a16:creationId xmlns:a16="http://schemas.microsoft.com/office/drawing/2014/main" id="{F0A2EA01-F6CF-CF75-6E27-6943D8ED5245}"/>
              </a:ext>
            </a:extLst>
          </p:cNvPr>
          <p:cNvCxnSpPr>
            <a:cxnSpLocks/>
          </p:cNvCxnSpPr>
          <p:nvPr/>
        </p:nvCxnSpPr>
        <p:spPr>
          <a:xfrm flipH="1">
            <a:off x="6594438" y="2033195"/>
            <a:ext cx="1000461"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5F622943-19F6-29BD-B9F8-71F51DEBA15F}"/>
              </a:ext>
            </a:extLst>
          </p:cNvPr>
          <p:cNvCxnSpPr>
            <a:cxnSpLocks/>
          </p:cNvCxnSpPr>
          <p:nvPr/>
        </p:nvCxnSpPr>
        <p:spPr>
          <a:xfrm flipH="1">
            <a:off x="6594438" y="2411505"/>
            <a:ext cx="1000461"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8A4F302E-7D3F-279C-D4DB-9E76FFC85906}"/>
              </a:ext>
            </a:extLst>
          </p:cNvPr>
          <p:cNvSpPr txBox="1"/>
          <p:nvPr/>
        </p:nvSpPr>
        <p:spPr>
          <a:xfrm>
            <a:off x="7594899" y="1848529"/>
            <a:ext cx="1462452" cy="369332"/>
          </a:xfrm>
          <a:prstGeom prst="rect">
            <a:avLst/>
          </a:prstGeom>
          <a:noFill/>
        </p:spPr>
        <p:txBody>
          <a:bodyPr wrap="none" rtlCol="0">
            <a:spAutoFit/>
          </a:bodyPr>
          <a:lstStyle/>
          <a:p>
            <a:r>
              <a:rPr lang="en-US" dirty="0"/>
              <a:t>1.8x increase</a:t>
            </a:r>
          </a:p>
        </p:txBody>
      </p:sp>
      <p:sp>
        <p:nvSpPr>
          <p:cNvPr id="13" name="TextBox 12">
            <a:extLst>
              <a:ext uri="{FF2B5EF4-FFF2-40B4-BE49-F238E27FC236}">
                <a16:creationId xmlns:a16="http://schemas.microsoft.com/office/drawing/2014/main" id="{EBDBBC6B-36EF-BF46-52C1-0C069EEDA2AC}"/>
              </a:ext>
            </a:extLst>
          </p:cNvPr>
          <p:cNvSpPr txBox="1"/>
          <p:nvPr/>
        </p:nvSpPr>
        <p:spPr>
          <a:xfrm>
            <a:off x="0" y="2586016"/>
            <a:ext cx="5843037" cy="1754326"/>
          </a:xfrm>
          <a:prstGeom prst="rect">
            <a:avLst/>
          </a:prstGeom>
          <a:noFill/>
        </p:spPr>
        <p:txBody>
          <a:bodyPr wrap="square" rtlCol="0">
            <a:spAutoFit/>
          </a:bodyPr>
          <a:lstStyle/>
          <a:p>
            <a:r>
              <a:rPr lang="en-US" dirty="0"/>
              <a:t>(data taken from 06/23/2026 – 09/21/2026)</a:t>
            </a:r>
          </a:p>
          <a:p>
            <a:endParaRPr lang="en-US" dirty="0"/>
          </a:p>
          <a:p>
            <a:pPr marL="285750" indent="-285750">
              <a:buFont typeface="Arial" panose="020B0604020202020204" pitchFamily="34" charset="0"/>
              <a:buChar char="•"/>
            </a:pPr>
            <a:r>
              <a:rPr lang="en-US" dirty="0"/>
              <a:t>Clicks: the number of times a user clicked on the website’s link on a Google search results page</a:t>
            </a:r>
          </a:p>
          <a:p>
            <a:pPr marL="285750" indent="-285750">
              <a:buFont typeface="Arial" panose="020B0604020202020204" pitchFamily="34" charset="0"/>
              <a:buChar char="•"/>
            </a:pPr>
            <a:r>
              <a:rPr lang="en-US" dirty="0"/>
              <a:t>Impressions: the number of times the website appeared in Google’s search results</a:t>
            </a:r>
          </a:p>
        </p:txBody>
      </p:sp>
      <p:sp>
        <p:nvSpPr>
          <p:cNvPr id="14" name="TextBox 13">
            <a:extLst>
              <a:ext uri="{FF2B5EF4-FFF2-40B4-BE49-F238E27FC236}">
                <a16:creationId xmlns:a16="http://schemas.microsoft.com/office/drawing/2014/main" id="{B26FA455-AB7A-D889-1CFF-1D15B4BACB9A}"/>
              </a:ext>
            </a:extLst>
          </p:cNvPr>
          <p:cNvSpPr txBox="1"/>
          <p:nvPr/>
        </p:nvSpPr>
        <p:spPr>
          <a:xfrm>
            <a:off x="7594899" y="2226839"/>
            <a:ext cx="1234825" cy="369332"/>
          </a:xfrm>
          <a:prstGeom prst="rect">
            <a:avLst/>
          </a:prstGeom>
          <a:noFill/>
        </p:spPr>
        <p:txBody>
          <a:bodyPr wrap="none" rtlCol="0">
            <a:spAutoFit/>
          </a:bodyPr>
          <a:lstStyle/>
          <a:p>
            <a:r>
              <a:rPr lang="en-US" dirty="0"/>
              <a:t>5x increase</a:t>
            </a:r>
          </a:p>
        </p:txBody>
      </p:sp>
      <p:sp>
        <p:nvSpPr>
          <p:cNvPr id="15" name="TextBox 14">
            <a:extLst>
              <a:ext uri="{FF2B5EF4-FFF2-40B4-BE49-F238E27FC236}">
                <a16:creationId xmlns:a16="http://schemas.microsoft.com/office/drawing/2014/main" id="{A2AC3C85-8D99-B118-E008-32ADD515899B}"/>
              </a:ext>
            </a:extLst>
          </p:cNvPr>
          <p:cNvSpPr txBox="1"/>
          <p:nvPr/>
        </p:nvSpPr>
        <p:spPr>
          <a:xfrm>
            <a:off x="1366222" y="5437625"/>
            <a:ext cx="4476816" cy="646331"/>
          </a:xfrm>
          <a:prstGeom prst="rect">
            <a:avLst/>
          </a:prstGeom>
          <a:noFill/>
        </p:spPr>
        <p:txBody>
          <a:bodyPr wrap="square" rtlCol="0">
            <a:spAutoFit/>
          </a:bodyPr>
          <a:lstStyle/>
          <a:p>
            <a:r>
              <a:rPr lang="en-US" dirty="0"/>
              <a:t>Full-text transcripts/blogs on a church website results in increased visibility over time:</a:t>
            </a:r>
          </a:p>
        </p:txBody>
      </p:sp>
    </p:spTree>
    <p:extLst>
      <p:ext uri="{BB962C8B-B14F-4D97-AF65-F5344CB8AC3E}">
        <p14:creationId xmlns:p14="http://schemas.microsoft.com/office/powerpoint/2010/main" val="16142097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776C3F-16CE-9164-A5D9-1E4F4FB01B40}"/>
              </a:ext>
            </a:extLst>
          </p:cNvPr>
          <p:cNvSpPr>
            <a:spLocks noGrp="1"/>
          </p:cNvSpPr>
          <p:nvPr>
            <p:ph type="title"/>
          </p:nvPr>
        </p:nvSpPr>
        <p:spPr/>
        <p:txBody>
          <a:bodyPr/>
          <a:lstStyle/>
          <a:p>
            <a:r>
              <a:rPr lang="en-US" dirty="0"/>
              <a:t>What We Do</a:t>
            </a:r>
          </a:p>
        </p:txBody>
      </p:sp>
      <p:sp>
        <p:nvSpPr>
          <p:cNvPr id="3" name="Content Placeholder 2">
            <a:extLst>
              <a:ext uri="{FF2B5EF4-FFF2-40B4-BE49-F238E27FC236}">
                <a16:creationId xmlns:a16="http://schemas.microsoft.com/office/drawing/2014/main" id="{026877A6-72A0-363D-ACBE-B175335CA2CC}"/>
              </a:ext>
            </a:extLst>
          </p:cNvPr>
          <p:cNvSpPr>
            <a:spLocks noGrp="1"/>
          </p:cNvSpPr>
          <p:nvPr>
            <p:ph idx="1"/>
          </p:nvPr>
        </p:nvSpPr>
        <p:spPr/>
        <p:txBody>
          <a:bodyPr/>
          <a:lstStyle/>
          <a:p>
            <a:pPr marL="118872" indent="0" algn="just">
              <a:buNone/>
            </a:pPr>
            <a:r>
              <a:rPr lang="en-US" dirty="0" err="1"/>
              <a:t>SermonPress</a:t>
            </a:r>
            <a:r>
              <a:rPr lang="en-US" dirty="0"/>
              <a:t> AI equips churches with open-source automation tools that make it easier to publish, share, and repurpose sermons across the web.</a:t>
            </a:r>
          </a:p>
        </p:txBody>
      </p:sp>
      <p:sp>
        <p:nvSpPr>
          <p:cNvPr id="4" name="Slide Number Placeholder 3">
            <a:extLst>
              <a:ext uri="{FF2B5EF4-FFF2-40B4-BE49-F238E27FC236}">
                <a16:creationId xmlns:a16="http://schemas.microsoft.com/office/drawing/2014/main" id="{7E1B1E67-4F5D-938F-57C5-811A4DE5A865}"/>
              </a:ext>
            </a:extLst>
          </p:cNvPr>
          <p:cNvSpPr>
            <a:spLocks noGrp="1"/>
          </p:cNvSpPr>
          <p:nvPr>
            <p:ph type="sldNum" sz="quarter" idx="12"/>
          </p:nvPr>
        </p:nvSpPr>
        <p:spPr/>
        <p:txBody>
          <a:bodyPr/>
          <a:lstStyle/>
          <a:p>
            <a:fld id="{3C580042-F2B8-4B54-8245-85F6C9692D31}" type="slidenum">
              <a:rPr lang="en-US" smtClean="0"/>
              <a:pPr/>
              <a:t>7</a:t>
            </a:fld>
            <a:endParaRPr lang="en-US"/>
          </a:p>
        </p:txBody>
      </p:sp>
      <p:pic>
        <p:nvPicPr>
          <p:cNvPr id="6" name="Picture 5">
            <a:extLst>
              <a:ext uri="{FF2B5EF4-FFF2-40B4-BE49-F238E27FC236}">
                <a16:creationId xmlns:a16="http://schemas.microsoft.com/office/drawing/2014/main" id="{0770A1E9-D721-CE77-815D-3D8E8D4CAF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3125991"/>
            <a:ext cx="10969422" cy="3625328"/>
          </a:xfrm>
          <a:prstGeom prst="rect">
            <a:avLst/>
          </a:prstGeom>
        </p:spPr>
      </p:pic>
    </p:spTree>
    <p:extLst>
      <p:ext uri="{BB962C8B-B14F-4D97-AF65-F5344CB8AC3E}">
        <p14:creationId xmlns:p14="http://schemas.microsoft.com/office/powerpoint/2010/main" val="38907515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71F4A9-19F2-383D-C57E-FB9029B4071F}"/>
              </a:ext>
            </a:extLst>
          </p:cNvPr>
          <p:cNvSpPr>
            <a:spLocks noGrp="1"/>
          </p:cNvSpPr>
          <p:nvPr>
            <p:ph type="title"/>
          </p:nvPr>
        </p:nvSpPr>
        <p:spPr/>
        <p:txBody>
          <a:bodyPr/>
          <a:lstStyle/>
          <a:p>
            <a:r>
              <a:rPr lang="en-US" dirty="0"/>
              <a:t>Built for the Church Community</a:t>
            </a:r>
          </a:p>
        </p:txBody>
      </p:sp>
      <p:sp>
        <p:nvSpPr>
          <p:cNvPr id="3" name="Content Placeholder 2">
            <a:extLst>
              <a:ext uri="{FF2B5EF4-FFF2-40B4-BE49-F238E27FC236}">
                <a16:creationId xmlns:a16="http://schemas.microsoft.com/office/drawing/2014/main" id="{AB4A4954-DDF9-B86A-2C9B-2A3AEB4B6D0D}"/>
              </a:ext>
            </a:extLst>
          </p:cNvPr>
          <p:cNvSpPr>
            <a:spLocks noGrp="1"/>
          </p:cNvSpPr>
          <p:nvPr>
            <p:ph idx="1"/>
          </p:nvPr>
        </p:nvSpPr>
        <p:spPr/>
        <p:txBody>
          <a:bodyPr/>
          <a:lstStyle/>
          <a:p>
            <a:pPr marL="118872" indent="0" algn="just">
              <a:buNone/>
            </a:pPr>
            <a:r>
              <a:rPr lang="en-US" dirty="0"/>
              <a:t>We believe technology should serve the church, not the other way around, so we have designed </a:t>
            </a:r>
            <a:r>
              <a:rPr lang="en-US" dirty="0" err="1"/>
              <a:t>SermonPress</a:t>
            </a:r>
            <a:r>
              <a:rPr lang="en-US" dirty="0"/>
              <a:t> AI to be:</a:t>
            </a:r>
          </a:p>
          <a:p>
            <a:pPr algn="just"/>
            <a:r>
              <a:rPr lang="en-US" dirty="0"/>
              <a:t>Fully open-source: MIT licensed, free for all to use and adapt</a:t>
            </a:r>
          </a:p>
          <a:p>
            <a:pPr algn="just"/>
            <a:r>
              <a:rPr lang="en-US" dirty="0"/>
              <a:t>Modular and extensible: can be used by agencies, students, and churches of all sizes</a:t>
            </a:r>
          </a:p>
          <a:p>
            <a:pPr algn="just"/>
            <a:r>
              <a:rPr lang="en-US" dirty="0"/>
              <a:t>Friendly and inclusive: easy to use for both tech experts and non-technical church staff</a:t>
            </a:r>
          </a:p>
        </p:txBody>
      </p:sp>
      <p:sp>
        <p:nvSpPr>
          <p:cNvPr id="4" name="Slide Number Placeholder 3">
            <a:extLst>
              <a:ext uri="{FF2B5EF4-FFF2-40B4-BE49-F238E27FC236}">
                <a16:creationId xmlns:a16="http://schemas.microsoft.com/office/drawing/2014/main" id="{137F38A3-674C-E732-FF5F-5B0550381541}"/>
              </a:ext>
            </a:extLst>
          </p:cNvPr>
          <p:cNvSpPr>
            <a:spLocks noGrp="1"/>
          </p:cNvSpPr>
          <p:nvPr>
            <p:ph type="sldNum" sz="quarter" idx="12"/>
          </p:nvPr>
        </p:nvSpPr>
        <p:spPr/>
        <p:txBody>
          <a:bodyPr/>
          <a:lstStyle/>
          <a:p>
            <a:fld id="{3C580042-F2B8-4B54-8245-85F6C9692D31}" type="slidenum">
              <a:rPr lang="en-US" smtClean="0"/>
              <a:pPr/>
              <a:t>8</a:t>
            </a:fld>
            <a:endParaRPr lang="en-US"/>
          </a:p>
        </p:txBody>
      </p:sp>
    </p:spTree>
    <p:extLst>
      <p:ext uri="{BB962C8B-B14F-4D97-AF65-F5344CB8AC3E}">
        <p14:creationId xmlns:p14="http://schemas.microsoft.com/office/powerpoint/2010/main" val="1198370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47561-135C-D194-3845-88032F665925}"/>
              </a:ext>
            </a:extLst>
          </p:cNvPr>
          <p:cNvSpPr>
            <a:spLocks noGrp="1"/>
          </p:cNvSpPr>
          <p:nvPr>
            <p:ph type="title"/>
          </p:nvPr>
        </p:nvSpPr>
        <p:spPr/>
        <p:txBody>
          <a:bodyPr/>
          <a:lstStyle/>
          <a:p>
            <a:r>
              <a:rPr lang="en-US" dirty="0"/>
              <a:t>n8n Workflows</a:t>
            </a:r>
          </a:p>
        </p:txBody>
      </p:sp>
      <p:sp>
        <p:nvSpPr>
          <p:cNvPr id="4" name="Slide Number Placeholder 3">
            <a:extLst>
              <a:ext uri="{FF2B5EF4-FFF2-40B4-BE49-F238E27FC236}">
                <a16:creationId xmlns:a16="http://schemas.microsoft.com/office/drawing/2014/main" id="{D5C99634-F1F8-5959-0567-30AC04CCDCE1}"/>
              </a:ext>
            </a:extLst>
          </p:cNvPr>
          <p:cNvSpPr>
            <a:spLocks noGrp="1"/>
          </p:cNvSpPr>
          <p:nvPr>
            <p:ph type="sldNum" sz="quarter" idx="12"/>
          </p:nvPr>
        </p:nvSpPr>
        <p:spPr/>
        <p:txBody>
          <a:bodyPr/>
          <a:lstStyle/>
          <a:p>
            <a:fld id="{3C580042-F2B8-4B54-8245-85F6C9692D31}" type="slidenum">
              <a:rPr lang="en-US" smtClean="0"/>
              <a:pPr/>
              <a:t>9</a:t>
            </a:fld>
            <a:endParaRPr lang="en-US"/>
          </a:p>
        </p:txBody>
      </p:sp>
      <p:pic>
        <p:nvPicPr>
          <p:cNvPr id="8" name="Picture 7">
            <a:extLst>
              <a:ext uri="{FF2B5EF4-FFF2-40B4-BE49-F238E27FC236}">
                <a16:creationId xmlns:a16="http://schemas.microsoft.com/office/drawing/2014/main" id="{BAA89993-FA3E-55F9-44D5-A2C9A5CEC3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09799" y="2165211"/>
            <a:ext cx="7772400" cy="4013915"/>
          </a:xfrm>
          <a:prstGeom prst="rect">
            <a:avLst/>
          </a:prstGeom>
        </p:spPr>
      </p:pic>
      <p:sp>
        <p:nvSpPr>
          <p:cNvPr id="9" name="TextBox 8">
            <a:extLst>
              <a:ext uri="{FF2B5EF4-FFF2-40B4-BE49-F238E27FC236}">
                <a16:creationId xmlns:a16="http://schemas.microsoft.com/office/drawing/2014/main" id="{74B4129D-4788-AE80-A4A3-D67C4DA39D14}"/>
              </a:ext>
            </a:extLst>
          </p:cNvPr>
          <p:cNvSpPr txBox="1"/>
          <p:nvPr/>
        </p:nvSpPr>
        <p:spPr>
          <a:xfrm>
            <a:off x="2102223" y="1178560"/>
            <a:ext cx="7987553" cy="1015663"/>
          </a:xfrm>
          <a:prstGeom prst="rect">
            <a:avLst/>
          </a:prstGeom>
          <a:noFill/>
        </p:spPr>
        <p:txBody>
          <a:bodyPr wrap="square" rtlCol="0">
            <a:spAutoFit/>
          </a:bodyPr>
          <a:lstStyle/>
          <a:p>
            <a:r>
              <a:rPr lang="en-US" sz="2000" u="sng" dirty="0"/>
              <a:t>n8n Workflow</a:t>
            </a:r>
          </a:p>
          <a:p>
            <a:r>
              <a:rPr lang="en-US" sz="2000" dirty="0"/>
              <a:t>A visual, node-based automated sequence built on the n8n platform that connects different apps, databases, and APIs to execute tasks automatically</a:t>
            </a:r>
          </a:p>
        </p:txBody>
      </p:sp>
      <p:sp>
        <p:nvSpPr>
          <p:cNvPr id="10" name="TextBox 9">
            <a:extLst>
              <a:ext uri="{FF2B5EF4-FFF2-40B4-BE49-F238E27FC236}">
                <a16:creationId xmlns:a16="http://schemas.microsoft.com/office/drawing/2014/main" id="{CD56D201-8D69-2FF5-FEE4-A1EE7B40A8B9}"/>
              </a:ext>
            </a:extLst>
          </p:cNvPr>
          <p:cNvSpPr txBox="1"/>
          <p:nvPr/>
        </p:nvSpPr>
        <p:spPr>
          <a:xfrm>
            <a:off x="2102224" y="6150114"/>
            <a:ext cx="7987552" cy="707886"/>
          </a:xfrm>
          <a:prstGeom prst="rect">
            <a:avLst/>
          </a:prstGeom>
          <a:noFill/>
        </p:spPr>
        <p:txBody>
          <a:bodyPr wrap="square" rtlCol="0">
            <a:spAutoFit/>
          </a:bodyPr>
          <a:lstStyle/>
          <a:p>
            <a:r>
              <a:rPr lang="en-US" sz="2000" dirty="0"/>
              <a:t>Our n8n workflows use AI to take an audio/video recording, transcribe it, and publish the text, audio, and video to a church’s website or social media</a:t>
            </a:r>
          </a:p>
        </p:txBody>
      </p:sp>
    </p:spTree>
    <p:extLst>
      <p:ext uri="{BB962C8B-B14F-4D97-AF65-F5344CB8AC3E}">
        <p14:creationId xmlns:p14="http://schemas.microsoft.com/office/powerpoint/2010/main" val="42294295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B95A4-A59A-62B7-9B2C-F7E71B18D103}"/>
              </a:ext>
            </a:extLst>
          </p:cNvPr>
          <p:cNvSpPr>
            <a:spLocks noGrp="1"/>
          </p:cNvSpPr>
          <p:nvPr>
            <p:ph type="title"/>
          </p:nvPr>
        </p:nvSpPr>
        <p:spPr/>
        <p:txBody>
          <a:bodyPr/>
          <a:lstStyle/>
          <a:p>
            <a:r>
              <a:rPr lang="en-US" dirty="0"/>
              <a:t>n8n AI Workflow Example</a:t>
            </a:r>
          </a:p>
        </p:txBody>
      </p:sp>
      <p:sp>
        <p:nvSpPr>
          <p:cNvPr id="3" name="Content Placeholder 2">
            <a:extLst>
              <a:ext uri="{FF2B5EF4-FFF2-40B4-BE49-F238E27FC236}">
                <a16:creationId xmlns:a16="http://schemas.microsoft.com/office/drawing/2014/main" id="{92B13C2A-15F4-1DBA-6E0E-7AFF1B215127}"/>
              </a:ext>
            </a:extLst>
          </p:cNvPr>
          <p:cNvSpPr>
            <a:spLocks noGrp="1"/>
          </p:cNvSpPr>
          <p:nvPr>
            <p:ph idx="1"/>
          </p:nvPr>
        </p:nvSpPr>
        <p:spPr/>
        <p:txBody>
          <a:bodyPr/>
          <a:lstStyle/>
          <a:p>
            <a:pPr marL="118872" indent="0" algn="ctr">
              <a:buNone/>
            </a:pPr>
            <a:r>
              <a:rPr lang="en-US" dirty="0" err="1"/>
              <a:t>SermonAudio</a:t>
            </a:r>
            <a:r>
              <a:rPr lang="en-US" dirty="0"/>
              <a:t> to WordPress</a:t>
            </a:r>
          </a:p>
        </p:txBody>
      </p:sp>
      <p:sp>
        <p:nvSpPr>
          <p:cNvPr id="4" name="Slide Number Placeholder 3">
            <a:extLst>
              <a:ext uri="{FF2B5EF4-FFF2-40B4-BE49-F238E27FC236}">
                <a16:creationId xmlns:a16="http://schemas.microsoft.com/office/drawing/2014/main" id="{F07F3173-D937-7A66-DE1B-C9A37B65F9D4}"/>
              </a:ext>
            </a:extLst>
          </p:cNvPr>
          <p:cNvSpPr>
            <a:spLocks noGrp="1"/>
          </p:cNvSpPr>
          <p:nvPr>
            <p:ph type="sldNum" sz="quarter" idx="12"/>
          </p:nvPr>
        </p:nvSpPr>
        <p:spPr/>
        <p:txBody>
          <a:bodyPr/>
          <a:lstStyle/>
          <a:p>
            <a:fld id="{3C580042-F2B8-4B54-8245-85F6C9692D31}" type="slidenum">
              <a:rPr lang="en-US" smtClean="0"/>
              <a:pPr/>
              <a:t>10</a:t>
            </a:fld>
            <a:endParaRPr lang="en-US"/>
          </a:p>
        </p:txBody>
      </p:sp>
      <p:pic>
        <p:nvPicPr>
          <p:cNvPr id="6" name="Picture 5">
            <a:extLst>
              <a:ext uri="{FF2B5EF4-FFF2-40B4-BE49-F238E27FC236}">
                <a16:creationId xmlns:a16="http://schemas.microsoft.com/office/drawing/2014/main" id="{22D3ABEA-A9F9-543D-4D4E-F64A61F41C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064295"/>
            <a:ext cx="12192000" cy="4412704"/>
          </a:xfrm>
          <a:prstGeom prst="rect">
            <a:avLst/>
          </a:prstGeom>
        </p:spPr>
      </p:pic>
      <p:sp>
        <p:nvSpPr>
          <p:cNvPr id="7" name="TextBox 6">
            <a:extLst>
              <a:ext uri="{FF2B5EF4-FFF2-40B4-BE49-F238E27FC236}">
                <a16:creationId xmlns:a16="http://schemas.microsoft.com/office/drawing/2014/main" id="{8E8FDEED-D868-BF6E-1E00-159ADC1DFA91}"/>
              </a:ext>
            </a:extLst>
          </p:cNvPr>
          <p:cNvSpPr txBox="1"/>
          <p:nvPr/>
        </p:nvSpPr>
        <p:spPr>
          <a:xfrm>
            <a:off x="360381" y="5083432"/>
            <a:ext cx="11471238" cy="1015663"/>
          </a:xfrm>
          <a:prstGeom prst="rect">
            <a:avLst/>
          </a:prstGeom>
          <a:noFill/>
        </p:spPr>
        <p:txBody>
          <a:bodyPr wrap="square" rtlCol="0">
            <a:spAutoFit/>
          </a:bodyPr>
          <a:lstStyle/>
          <a:p>
            <a:pPr marL="285750" indent="-285750">
              <a:buFont typeface="Arial" panose="020B0604020202020204" pitchFamily="34" charset="0"/>
              <a:buChar char="•"/>
            </a:pPr>
            <a:r>
              <a:rPr lang="en-US" sz="2000" dirty="0"/>
              <a:t>Publishes sermons from a church’s </a:t>
            </a:r>
            <a:r>
              <a:rPr lang="en-US" sz="2000" dirty="0" err="1"/>
              <a:t>SermonAudio</a:t>
            </a:r>
            <a:r>
              <a:rPr lang="en-US" sz="2000" dirty="0"/>
              <a:t> account to WordPress</a:t>
            </a:r>
          </a:p>
          <a:p>
            <a:pPr marL="285750" indent="-285750">
              <a:buFont typeface="Arial" panose="020B0604020202020204" pitchFamily="34" charset="0"/>
              <a:buChar char="•"/>
            </a:pPr>
            <a:r>
              <a:rPr lang="en-US" sz="2000" dirty="0"/>
              <a:t>Builds a search engine optimized library on the church’s website</a:t>
            </a:r>
          </a:p>
          <a:p>
            <a:pPr marL="285750" indent="-285750">
              <a:buFont typeface="Arial" panose="020B0604020202020204" pitchFamily="34" charset="0"/>
              <a:buChar char="•"/>
            </a:pPr>
            <a:r>
              <a:rPr lang="en-US" sz="2000" dirty="0"/>
              <a:t>Each sermon is given its own page, which features a video embed, audio embed, transcript, and video clips</a:t>
            </a:r>
          </a:p>
        </p:txBody>
      </p:sp>
    </p:spTree>
    <p:extLst>
      <p:ext uri="{BB962C8B-B14F-4D97-AF65-F5344CB8AC3E}">
        <p14:creationId xmlns:p14="http://schemas.microsoft.com/office/powerpoint/2010/main" val="42651983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FC8BB6-9F1B-5116-FF3A-FEA93FA366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DCF5EE-50BF-735B-DC03-073F87B4D725}"/>
              </a:ext>
            </a:extLst>
          </p:cNvPr>
          <p:cNvSpPr>
            <a:spLocks noGrp="1"/>
          </p:cNvSpPr>
          <p:nvPr>
            <p:ph type="title"/>
          </p:nvPr>
        </p:nvSpPr>
        <p:spPr/>
        <p:txBody>
          <a:bodyPr/>
          <a:lstStyle/>
          <a:p>
            <a:r>
              <a:rPr lang="en-US" dirty="0"/>
              <a:t>n8n AI Workflow Example</a:t>
            </a:r>
          </a:p>
        </p:txBody>
      </p:sp>
      <p:sp>
        <p:nvSpPr>
          <p:cNvPr id="3" name="Content Placeholder 2">
            <a:extLst>
              <a:ext uri="{FF2B5EF4-FFF2-40B4-BE49-F238E27FC236}">
                <a16:creationId xmlns:a16="http://schemas.microsoft.com/office/drawing/2014/main" id="{F3B1186E-026D-ADF1-C13B-EF18B5D29781}"/>
              </a:ext>
            </a:extLst>
          </p:cNvPr>
          <p:cNvSpPr>
            <a:spLocks noGrp="1"/>
          </p:cNvSpPr>
          <p:nvPr>
            <p:ph idx="1"/>
          </p:nvPr>
        </p:nvSpPr>
        <p:spPr/>
        <p:txBody>
          <a:bodyPr/>
          <a:lstStyle/>
          <a:p>
            <a:pPr marL="118872" indent="0" algn="ctr">
              <a:buNone/>
            </a:pPr>
            <a:r>
              <a:rPr lang="en-US" dirty="0"/>
              <a:t>YouTube/Vimeo to WordPress</a:t>
            </a:r>
          </a:p>
        </p:txBody>
      </p:sp>
      <p:sp>
        <p:nvSpPr>
          <p:cNvPr id="4" name="Slide Number Placeholder 3">
            <a:extLst>
              <a:ext uri="{FF2B5EF4-FFF2-40B4-BE49-F238E27FC236}">
                <a16:creationId xmlns:a16="http://schemas.microsoft.com/office/drawing/2014/main" id="{8715D6D7-8524-47A2-F4DD-780B3AD5CAEB}"/>
              </a:ext>
            </a:extLst>
          </p:cNvPr>
          <p:cNvSpPr>
            <a:spLocks noGrp="1"/>
          </p:cNvSpPr>
          <p:nvPr>
            <p:ph type="sldNum" sz="quarter" idx="12"/>
          </p:nvPr>
        </p:nvSpPr>
        <p:spPr/>
        <p:txBody>
          <a:bodyPr/>
          <a:lstStyle/>
          <a:p>
            <a:fld id="{3C580042-F2B8-4B54-8245-85F6C9692D31}" type="slidenum">
              <a:rPr lang="en-US" smtClean="0"/>
              <a:pPr/>
              <a:t>11</a:t>
            </a:fld>
            <a:endParaRPr lang="en-US"/>
          </a:p>
        </p:txBody>
      </p:sp>
      <p:pic>
        <p:nvPicPr>
          <p:cNvPr id="6" name="Picture 5">
            <a:extLst>
              <a:ext uri="{FF2B5EF4-FFF2-40B4-BE49-F238E27FC236}">
                <a16:creationId xmlns:a16="http://schemas.microsoft.com/office/drawing/2014/main" id="{D525D830-6A55-40B5-2218-0ED11B572C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2956285"/>
            <a:ext cx="8864301" cy="3901716"/>
          </a:xfrm>
          <a:prstGeom prst="rect">
            <a:avLst/>
          </a:prstGeom>
        </p:spPr>
      </p:pic>
      <p:pic>
        <p:nvPicPr>
          <p:cNvPr id="10" name="Picture 9">
            <a:extLst>
              <a:ext uri="{FF2B5EF4-FFF2-40B4-BE49-F238E27FC236}">
                <a16:creationId xmlns:a16="http://schemas.microsoft.com/office/drawing/2014/main" id="{36B03317-5F11-E423-8223-545CED59F3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19600" y="2111944"/>
            <a:ext cx="7772400" cy="2221605"/>
          </a:xfrm>
          <a:prstGeom prst="rect">
            <a:avLst/>
          </a:prstGeom>
        </p:spPr>
      </p:pic>
      <p:sp>
        <p:nvSpPr>
          <p:cNvPr id="11" name="TextBox 10">
            <a:extLst>
              <a:ext uri="{FF2B5EF4-FFF2-40B4-BE49-F238E27FC236}">
                <a16:creationId xmlns:a16="http://schemas.microsoft.com/office/drawing/2014/main" id="{523EA683-6C5D-6868-E105-A9742546C75D}"/>
              </a:ext>
            </a:extLst>
          </p:cNvPr>
          <p:cNvSpPr txBox="1"/>
          <p:nvPr/>
        </p:nvSpPr>
        <p:spPr>
          <a:xfrm>
            <a:off x="387274" y="1940622"/>
            <a:ext cx="3646843" cy="1015663"/>
          </a:xfrm>
          <a:prstGeom prst="rect">
            <a:avLst/>
          </a:prstGeom>
          <a:noFill/>
        </p:spPr>
        <p:txBody>
          <a:bodyPr wrap="square" rtlCol="0">
            <a:spAutoFit/>
          </a:bodyPr>
          <a:lstStyle/>
          <a:p>
            <a:r>
              <a:rPr lang="en-US" sz="2000" dirty="0"/>
              <a:t>Automates the transcription and sermon publishing of videos from YouTube/Vimeo to WordPress</a:t>
            </a:r>
          </a:p>
        </p:txBody>
      </p:sp>
      <p:sp>
        <p:nvSpPr>
          <p:cNvPr id="12" name="TextBox 11">
            <a:extLst>
              <a:ext uri="{FF2B5EF4-FFF2-40B4-BE49-F238E27FC236}">
                <a16:creationId xmlns:a16="http://schemas.microsoft.com/office/drawing/2014/main" id="{896BDBA6-634B-00A7-9C96-EF20A89C7C4B}"/>
              </a:ext>
            </a:extLst>
          </p:cNvPr>
          <p:cNvSpPr txBox="1"/>
          <p:nvPr/>
        </p:nvSpPr>
        <p:spPr>
          <a:xfrm>
            <a:off x="8864300" y="4333549"/>
            <a:ext cx="3327700" cy="2246769"/>
          </a:xfrm>
          <a:prstGeom prst="rect">
            <a:avLst/>
          </a:prstGeom>
          <a:noFill/>
        </p:spPr>
        <p:txBody>
          <a:bodyPr wrap="square" rtlCol="0">
            <a:spAutoFit/>
          </a:bodyPr>
          <a:lstStyle/>
          <a:p>
            <a:pPr marL="285750" indent="-285750">
              <a:buFont typeface="Arial" panose="020B0604020202020204" pitchFamily="34" charset="0"/>
              <a:buChar char="•"/>
            </a:pPr>
            <a:r>
              <a:rPr lang="en-US" sz="1400" dirty="0"/>
              <a:t>Automatically checks for new YouTube uploads on a channel</a:t>
            </a:r>
          </a:p>
          <a:p>
            <a:pPr marL="285750" indent="-285750">
              <a:buFont typeface="Arial" panose="020B0604020202020204" pitchFamily="34" charset="0"/>
              <a:buChar char="•"/>
            </a:pPr>
            <a:r>
              <a:rPr lang="en-US" sz="1400" dirty="0"/>
              <a:t>Downloads video audio and transcribes it using OpenAI models</a:t>
            </a:r>
          </a:p>
          <a:p>
            <a:pPr marL="285750" indent="-285750">
              <a:buFont typeface="Arial" panose="020B0604020202020204" pitchFamily="34" charset="0"/>
              <a:buChar char="•"/>
            </a:pPr>
            <a:r>
              <a:rPr lang="en-US" sz="1400" dirty="0"/>
              <a:t>Formats transcripts into readable paragraphs</a:t>
            </a:r>
          </a:p>
          <a:p>
            <a:pPr marL="285750" indent="-285750">
              <a:buFont typeface="Arial" panose="020B0604020202020204" pitchFamily="34" charset="0"/>
              <a:buChar char="•"/>
            </a:pPr>
            <a:r>
              <a:rPr lang="en-US" sz="1400" dirty="0"/>
              <a:t>Posts transcripts as WordPress drafts with metadata (title, description, etc.)</a:t>
            </a:r>
          </a:p>
          <a:p>
            <a:pPr marL="285750" indent="-285750">
              <a:buFont typeface="Arial" panose="020B0604020202020204" pitchFamily="34" charset="0"/>
              <a:buChar char="•"/>
            </a:pPr>
            <a:r>
              <a:rPr lang="en-US" sz="1400" dirty="0"/>
              <a:t>Optionally logs processed videos to Google Sheets to prevent duplicates</a:t>
            </a:r>
          </a:p>
        </p:txBody>
      </p:sp>
    </p:spTree>
    <p:extLst>
      <p:ext uri="{BB962C8B-B14F-4D97-AF65-F5344CB8AC3E}">
        <p14:creationId xmlns:p14="http://schemas.microsoft.com/office/powerpoint/2010/main" val="40964221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3BC68B-C495-18D6-27AA-A83D85C9F4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E92DC1-F3D4-2DC7-2266-3469317F96D6}"/>
              </a:ext>
            </a:extLst>
          </p:cNvPr>
          <p:cNvSpPr>
            <a:spLocks noGrp="1"/>
          </p:cNvSpPr>
          <p:nvPr>
            <p:ph type="title"/>
          </p:nvPr>
        </p:nvSpPr>
        <p:spPr/>
        <p:txBody>
          <a:bodyPr/>
          <a:lstStyle/>
          <a:p>
            <a:r>
              <a:rPr lang="en-US" dirty="0"/>
              <a:t>n8n AI Workflow Example</a:t>
            </a:r>
          </a:p>
        </p:txBody>
      </p:sp>
      <p:sp>
        <p:nvSpPr>
          <p:cNvPr id="3" name="Content Placeholder 2">
            <a:extLst>
              <a:ext uri="{FF2B5EF4-FFF2-40B4-BE49-F238E27FC236}">
                <a16:creationId xmlns:a16="http://schemas.microsoft.com/office/drawing/2014/main" id="{ABE2DE37-89A5-222C-8971-43003595DA5D}"/>
              </a:ext>
            </a:extLst>
          </p:cNvPr>
          <p:cNvSpPr>
            <a:spLocks noGrp="1"/>
          </p:cNvSpPr>
          <p:nvPr>
            <p:ph idx="1"/>
          </p:nvPr>
        </p:nvSpPr>
        <p:spPr/>
        <p:txBody>
          <a:bodyPr/>
          <a:lstStyle/>
          <a:p>
            <a:pPr marL="118872" indent="0" algn="ctr">
              <a:buNone/>
            </a:pPr>
            <a:r>
              <a:rPr lang="en-US" dirty="0"/>
              <a:t>Audio Transcription and Summary Creation</a:t>
            </a:r>
          </a:p>
          <a:p>
            <a:endParaRPr lang="en-US" dirty="0"/>
          </a:p>
        </p:txBody>
      </p:sp>
      <p:sp>
        <p:nvSpPr>
          <p:cNvPr id="4" name="Slide Number Placeholder 3">
            <a:extLst>
              <a:ext uri="{FF2B5EF4-FFF2-40B4-BE49-F238E27FC236}">
                <a16:creationId xmlns:a16="http://schemas.microsoft.com/office/drawing/2014/main" id="{903974B7-5218-A786-297C-6ADCF7BE54D6}"/>
              </a:ext>
            </a:extLst>
          </p:cNvPr>
          <p:cNvSpPr>
            <a:spLocks noGrp="1"/>
          </p:cNvSpPr>
          <p:nvPr>
            <p:ph type="sldNum" sz="quarter" idx="12"/>
          </p:nvPr>
        </p:nvSpPr>
        <p:spPr/>
        <p:txBody>
          <a:bodyPr/>
          <a:lstStyle/>
          <a:p>
            <a:fld id="{3C580042-F2B8-4B54-8245-85F6C9692D31}" type="slidenum">
              <a:rPr lang="en-US" smtClean="0"/>
              <a:pPr/>
              <a:t>12</a:t>
            </a:fld>
            <a:endParaRPr lang="en-US"/>
          </a:p>
        </p:txBody>
      </p:sp>
      <p:pic>
        <p:nvPicPr>
          <p:cNvPr id="6" name="Picture 5">
            <a:extLst>
              <a:ext uri="{FF2B5EF4-FFF2-40B4-BE49-F238E27FC236}">
                <a16:creationId xmlns:a16="http://schemas.microsoft.com/office/drawing/2014/main" id="{CC65404C-4CB5-B190-2C88-820B0C2A35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103750"/>
            <a:ext cx="12192000" cy="1564900"/>
          </a:xfrm>
          <a:prstGeom prst="rect">
            <a:avLst/>
          </a:prstGeom>
        </p:spPr>
      </p:pic>
      <p:sp>
        <p:nvSpPr>
          <p:cNvPr id="7" name="TextBox 6">
            <a:extLst>
              <a:ext uri="{FF2B5EF4-FFF2-40B4-BE49-F238E27FC236}">
                <a16:creationId xmlns:a16="http://schemas.microsoft.com/office/drawing/2014/main" id="{997C96EF-D553-5CAD-2E8A-5C8EE2500E47}"/>
              </a:ext>
            </a:extLst>
          </p:cNvPr>
          <p:cNvSpPr txBox="1"/>
          <p:nvPr/>
        </p:nvSpPr>
        <p:spPr>
          <a:xfrm>
            <a:off x="857025" y="4668650"/>
            <a:ext cx="10477949" cy="1015663"/>
          </a:xfrm>
          <a:prstGeom prst="rect">
            <a:avLst/>
          </a:prstGeom>
          <a:noFill/>
        </p:spPr>
        <p:txBody>
          <a:bodyPr wrap="square" rtlCol="0">
            <a:spAutoFit/>
          </a:bodyPr>
          <a:lstStyle/>
          <a:p>
            <a:pPr marL="285750" indent="-285750">
              <a:buFont typeface="Arial" panose="020B0604020202020204" pitchFamily="34" charset="0"/>
              <a:buChar char="•"/>
            </a:pPr>
            <a:r>
              <a:rPr lang="en-US" sz="2000" dirty="0"/>
              <a:t>Transcribes a WordPress post or audio link and creates a summary</a:t>
            </a:r>
          </a:p>
          <a:p>
            <a:pPr marL="285750" indent="-285750">
              <a:buFont typeface="Arial" panose="020B0604020202020204" pitchFamily="34" charset="0"/>
              <a:buChar char="•"/>
            </a:pPr>
            <a:r>
              <a:rPr lang="en-US" sz="2000" dirty="0"/>
              <a:t>Splits the transcript into paragraphs</a:t>
            </a:r>
          </a:p>
          <a:p>
            <a:pPr marL="285750" indent="-285750">
              <a:buFont typeface="Arial" panose="020B0604020202020204" pitchFamily="34" charset="0"/>
              <a:buChar char="•"/>
            </a:pPr>
            <a:r>
              <a:rPr lang="en-US" sz="2000" dirty="0"/>
              <a:t>The transcript is output in a Google document or WordPress post with an approval sent via Gmail</a:t>
            </a:r>
          </a:p>
        </p:txBody>
      </p:sp>
    </p:spTree>
    <p:extLst>
      <p:ext uri="{BB962C8B-B14F-4D97-AF65-F5344CB8AC3E}">
        <p14:creationId xmlns:p14="http://schemas.microsoft.com/office/powerpoint/2010/main" val="7863608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F79E0-84B6-EEF1-F2C6-46916CEDD54F}"/>
              </a:ext>
            </a:extLst>
          </p:cNvPr>
          <p:cNvSpPr>
            <a:spLocks noGrp="1"/>
          </p:cNvSpPr>
          <p:nvPr>
            <p:ph type="title"/>
          </p:nvPr>
        </p:nvSpPr>
        <p:spPr/>
        <p:txBody>
          <a:bodyPr/>
          <a:lstStyle/>
          <a:p>
            <a:endParaRPr lang="en-US"/>
          </a:p>
        </p:txBody>
      </p:sp>
      <p:pic>
        <p:nvPicPr>
          <p:cNvPr id="6" name="Online Media 5" descr="Sermon Press AI">
            <a:hlinkClick r:id="" action="ppaction://media"/>
            <a:extLst>
              <a:ext uri="{FF2B5EF4-FFF2-40B4-BE49-F238E27FC236}">
                <a16:creationId xmlns:a16="http://schemas.microsoft.com/office/drawing/2014/main" id="{65F3FFCC-B3CE-8DAA-4DCF-E2BE69F5F736}"/>
              </a:ext>
            </a:extLst>
          </p:cNvPr>
          <p:cNvPicPr>
            <a:picLocks noGrp="1" noRot="1" noChangeAspect="1"/>
          </p:cNvPicPr>
          <p:nvPr>
            <p:ph idx="1"/>
            <a:videoFile r:link="rId1"/>
          </p:nvPr>
        </p:nvPicPr>
        <p:blipFill>
          <a:blip r:embed="rId3"/>
          <a:stretch>
            <a:fillRect/>
          </a:stretch>
        </p:blipFill>
        <p:spPr>
          <a:xfrm>
            <a:off x="0" y="-30578"/>
            <a:ext cx="12192000" cy="6888578"/>
          </a:xfrm>
          <a:prstGeom prst="rect">
            <a:avLst/>
          </a:prstGeom>
        </p:spPr>
      </p:pic>
      <p:sp>
        <p:nvSpPr>
          <p:cNvPr id="4" name="Slide Number Placeholder 3">
            <a:extLst>
              <a:ext uri="{FF2B5EF4-FFF2-40B4-BE49-F238E27FC236}">
                <a16:creationId xmlns:a16="http://schemas.microsoft.com/office/drawing/2014/main" id="{C15B9A72-B34D-3DAE-1977-C2C4039C1BD0}"/>
              </a:ext>
            </a:extLst>
          </p:cNvPr>
          <p:cNvSpPr>
            <a:spLocks noGrp="1"/>
          </p:cNvSpPr>
          <p:nvPr>
            <p:ph type="sldNum" sz="quarter" idx="12"/>
          </p:nvPr>
        </p:nvSpPr>
        <p:spPr/>
        <p:txBody>
          <a:bodyPr/>
          <a:lstStyle/>
          <a:p>
            <a:fld id="{3C580042-F2B8-4B54-8245-85F6C9692D31}" type="slidenum">
              <a:rPr lang="en-US" smtClean="0"/>
              <a:pPr/>
              <a:t>13</a:t>
            </a:fld>
            <a:endParaRPr lang="en-US"/>
          </a:p>
        </p:txBody>
      </p:sp>
    </p:spTree>
    <p:extLst>
      <p:ext uri="{BB962C8B-B14F-4D97-AF65-F5344CB8AC3E}">
        <p14:creationId xmlns:p14="http://schemas.microsoft.com/office/powerpoint/2010/main" val="2336290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74DC6-2F23-A509-2214-64D78FF207DB}"/>
              </a:ext>
            </a:extLst>
          </p:cNvPr>
          <p:cNvSpPr>
            <a:spLocks noGrp="1"/>
          </p:cNvSpPr>
          <p:nvPr>
            <p:ph type="title"/>
          </p:nvPr>
        </p:nvSpPr>
        <p:spPr/>
        <p:txBody>
          <a:bodyPr/>
          <a:lstStyle/>
          <a:p>
            <a:r>
              <a:rPr lang="en-US" dirty="0"/>
              <a:t>Long-Term Vision</a:t>
            </a:r>
          </a:p>
        </p:txBody>
      </p:sp>
      <p:sp>
        <p:nvSpPr>
          <p:cNvPr id="3" name="Content Placeholder 2">
            <a:extLst>
              <a:ext uri="{FF2B5EF4-FFF2-40B4-BE49-F238E27FC236}">
                <a16:creationId xmlns:a16="http://schemas.microsoft.com/office/drawing/2014/main" id="{9F4206B1-B812-B1A7-9F82-43545FB5C935}"/>
              </a:ext>
            </a:extLst>
          </p:cNvPr>
          <p:cNvSpPr>
            <a:spLocks noGrp="1"/>
          </p:cNvSpPr>
          <p:nvPr>
            <p:ph idx="1"/>
          </p:nvPr>
        </p:nvSpPr>
        <p:spPr/>
        <p:txBody>
          <a:bodyPr>
            <a:normAutofit fontScale="85000" lnSpcReduction="10000"/>
          </a:bodyPr>
          <a:lstStyle/>
          <a:p>
            <a:pPr marL="118872" indent="0">
              <a:buNone/>
            </a:pPr>
            <a:r>
              <a:rPr lang="en-US" u="sng" dirty="0"/>
              <a:t>Four Stages</a:t>
            </a:r>
          </a:p>
          <a:p>
            <a:pPr marL="633222" indent="-514350">
              <a:buFont typeface="+mj-lt"/>
              <a:buAutoNum type="arabicParenR"/>
            </a:pPr>
            <a:r>
              <a:rPr lang="en-US" dirty="0"/>
              <a:t>Capture: ingestion of an audio recording or text</a:t>
            </a:r>
          </a:p>
          <a:p>
            <a:pPr marL="633222" indent="-514350">
              <a:buFont typeface="+mj-lt"/>
              <a:buAutoNum type="arabicParenR"/>
            </a:pPr>
            <a:r>
              <a:rPr lang="en-US" dirty="0"/>
              <a:t>Transform</a:t>
            </a:r>
          </a:p>
          <a:p>
            <a:pPr marL="925830" lvl="1" indent="-514350"/>
            <a:r>
              <a:rPr lang="en-US" dirty="0"/>
              <a:t>Editing and cleanup: filler removal, paragraph structuring, auto-generated titles, summaries, and pull-quotes</a:t>
            </a:r>
          </a:p>
          <a:p>
            <a:pPr marL="925830" lvl="1" indent="-514350"/>
            <a:r>
              <a:rPr lang="en-US" dirty="0"/>
              <a:t>Scripture integrity: citing Scripture references correctly and respecting translation licensing</a:t>
            </a:r>
          </a:p>
          <a:p>
            <a:pPr marL="925830" lvl="1" indent="-514350"/>
            <a:r>
              <a:rPr lang="en-US" dirty="0"/>
              <a:t>Platform-native reformatting: WordPress, Substack, and other social platforms</a:t>
            </a:r>
          </a:p>
          <a:p>
            <a:pPr marL="925830" lvl="1" indent="-514350"/>
            <a:r>
              <a:rPr lang="en-US" dirty="0"/>
              <a:t>Translation: text and audio translation (for both voice and caption)</a:t>
            </a:r>
          </a:p>
          <a:p>
            <a:pPr marL="925830" lvl="1" indent="-514350"/>
            <a:r>
              <a:rPr lang="en-US" dirty="0"/>
              <a:t>SEO/Search Engine Metadata Optimization: maximize findability</a:t>
            </a:r>
          </a:p>
          <a:p>
            <a:pPr marL="633222" indent="-514350">
              <a:buFont typeface="+mj-lt"/>
              <a:buAutoNum type="arabicParenR"/>
            </a:pPr>
            <a:r>
              <a:rPr lang="en-US" dirty="0"/>
              <a:t>Distribute: multi-platform publishing from the same source material</a:t>
            </a:r>
          </a:p>
          <a:p>
            <a:pPr marL="633222" indent="-514350">
              <a:buFont typeface="+mj-lt"/>
              <a:buAutoNum type="arabicParenR"/>
            </a:pPr>
            <a:r>
              <a:rPr lang="en-US" dirty="0"/>
              <a:t>Amplify: a permanent, searchable archive of every message passing through the platform</a:t>
            </a:r>
          </a:p>
        </p:txBody>
      </p:sp>
      <p:sp>
        <p:nvSpPr>
          <p:cNvPr id="4" name="Slide Number Placeholder 3">
            <a:extLst>
              <a:ext uri="{FF2B5EF4-FFF2-40B4-BE49-F238E27FC236}">
                <a16:creationId xmlns:a16="http://schemas.microsoft.com/office/drawing/2014/main" id="{A921C395-B738-ACB5-837F-9DC08BB08A0D}"/>
              </a:ext>
            </a:extLst>
          </p:cNvPr>
          <p:cNvSpPr>
            <a:spLocks noGrp="1"/>
          </p:cNvSpPr>
          <p:nvPr>
            <p:ph type="sldNum" sz="quarter" idx="12"/>
          </p:nvPr>
        </p:nvSpPr>
        <p:spPr/>
        <p:txBody>
          <a:bodyPr/>
          <a:lstStyle/>
          <a:p>
            <a:fld id="{3C580042-F2B8-4B54-8245-85F6C9692D31}" type="slidenum">
              <a:rPr lang="en-US" smtClean="0"/>
              <a:pPr/>
              <a:t>14</a:t>
            </a:fld>
            <a:endParaRPr lang="en-US"/>
          </a:p>
        </p:txBody>
      </p:sp>
    </p:spTree>
    <p:extLst>
      <p:ext uri="{BB962C8B-B14F-4D97-AF65-F5344CB8AC3E}">
        <p14:creationId xmlns:p14="http://schemas.microsoft.com/office/powerpoint/2010/main" val="724842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AE8BA1-2106-FC0B-BC2C-94F7642D46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1280D4-99F4-4B02-C1F6-A555CCFD7F5F}"/>
              </a:ext>
            </a:extLst>
          </p:cNvPr>
          <p:cNvSpPr>
            <a:spLocks noGrp="1"/>
          </p:cNvSpPr>
          <p:nvPr>
            <p:ph type="title"/>
          </p:nvPr>
        </p:nvSpPr>
        <p:spPr/>
        <p:txBody>
          <a:bodyPr/>
          <a:lstStyle/>
          <a:p>
            <a:r>
              <a:rPr lang="en-US" dirty="0"/>
              <a:t>Long-Term Vision</a:t>
            </a:r>
          </a:p>
        </p:txBody>
      </p:sp>
      <p:sp>
        <p:nvSpPr>
          <p:cNvPr id="3" name="Content Placeholder 2">
            <a:extLst>
              <a:ext uri="{FF2B5EF4-FFF2-40B4-BE49-F238E27FC236}">
                <a16:creationId xmlns:a16="http://schemas.microsoft.com/office/drawing/2014/main" id="{5D9D8EDD-0C1B-1744-D7AB-3308A8E307C7}"/>
              </a:ext>
            </a:extLst>
          </p:cNvPr>
          <p:cNvSpPr>
            <a:spLocks noGrp="1"/>
          </p:cNvSpPr>
          <p:nvPr>
            <p:ph idx="1"/>
          </p:nvPr>
        </p:nvSpPr>
        <p:spPr>
          <a:xfrm>
            <a:off x="554019" y="1447798"/>
            <a:ext cx="11083962" cy="5029201"/>
          </a:xfrm>
        </p:spPr>
        <p:txBody>
          <a:bodyPr>
            <a:normAutofit/>
          </a:bodyPr>
          <a:lstStyle/>
          <a:p>
            <a:pPr marL="118872" indent="0">
              <a:buNone/>
            </a:pPr>
            <a:r>
              <a:rPr lang="en-US" u="sng" dirty="0"/>
              <a:t>Three Distribution Scopes</a:t>
            </a:r>
          </a:p>
          <a:p>
            <a:pPr marL="633222" indent="-514350">
              <a:buFont typeface="+mj-lt"/>
              <a:buAutoNum type="arabicParenR"/>
            </a:pPr>
            <a:r>
              <a:rPr lang="en-US" dirty="0"/>
              <a:t>Local congregation: local church pastor</a:t>
            </a:r>
          </a:p>
          <a:p>
            <a:pPr marL="633222" indent="-514350">
              <a:buFont typeface="+mj-lt"/>
              <a:buAutoNum type="arabicParenR"/>
            </a:pPr>
            <a:r>
              <a:rPr lang="en-US" dirty="0"/>
              <a:t>Single region: denomination, parachurch organization, teacher</a:t>
            </a:r>
          </a:p>
          <a:p>
            <a:pPr marL="633222" indent="-514350">
              <a:buFont typeface="+mj-lt"/>
              <a:buAutoNum type="arabicParenR"/>
            </a:pPr>
            <a:r>
              <a:rPr lang="en-US" dirty="0"/>
              <a:t>International: missionaries, mission organizations</a:t>
            </a:r>
          </a:p>
          <a:p>
            <a:pPr marL="118872" indent="0">
              <a:buNone/>
            </a:pPr>
            <a:endParaRPr lang="en-US" dirty="0"/>
          </a:p>
          <a:p>
            <a:pPr marL="118872" indent="0">
              <a:buNone/>
            </a:pPr>
            <a:r>
              <a:rPr lang="en-US" u="sng" dirty="0"/>
              <a:t>Goal</a:t>
            </a:r>
          </a:p>
          <a:p>
            <a:pPr marL="118872" indent="0" algn="just">
              <a:buNone/>
            </a:pPr>
            <a:r>
              <a:rPr lang="en-US" dirty="0"/>
              <a:t>A church/organization using </a:t>
            </a:r>
            <a:r>
              <a:rPr lang="en-US" dirty="0" err="1"/>
              <a:t>SermonPress</a:t>
            </a:r>
            <a:r>
              <a:rPr lang="en-US" dirty="0"/>
              <a:t> AI tools will reach 10 times more people online without requiring church staff to spend any extra time on their weekly sermon publishing process</a:t>
            </a:r>
          </a:p>
        </p:txBody>
      </p:sp>
      <p:sp>
        <p:nvSpPr>
          <p:cNvPr id="4" name="Slide Number Placeholder 3">
            <a:extLst>
              <a:ext uri="{FF2B5EF4-FFF2-40B4-BE49-F238E27FC236}">
                <a16:creationId xmlns:a16="http://schemas.microsoft.com/office/drawing/2014/main" id="{D09851D7-090D-F519-3200-ACDB41BB67B7}"/>
              </a:ext>
            </a:extLst>
          </p:cNvPr>
          <p:cNvSpPr>
            <a:spLocks noGrp="1"/>
          </p:cNvSpPr>
          <p:nvPr>
            <p:ph type="sldNum" sz="quarter" idx="12"/>
          </p:nvPr>
        </p:nvSpPr>
        <p:spPr/>
        <p:txBody>
          <a:bodyPr/>
          <a:lstStyle/>
          <a:p>
            <a:fld id="{3C580042-F2B8-4B54-8245-85F6C9692D31}" type="slidenum">
              <a:rPr lang="en-US" smtClean="0"/>
              <a:pPr/>
              <a:t>15</a:t>
            </a:fld>
            <a:endParaRPr lang="en-US"/>
          </a:p>
        </p:txBody>
      </p:sp>
    </p:spTree>
    <p:extLst>
      <p:ext uri="{BB962C8B-B14F-4D97-AF65-F5344CB8AC3E}">
        <p14:creationId xmlns:p14="http://schemas.microsoft.com/office/powerpoint/2010/main" val="2417066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4FBBC-6881-A57D-054C-615648B95116}"/>
              </a:ext>
            </a:extLst>
          </p:cNvPr>
          <p:cNvSpPr>
            <a:spLocks noGrp="1"/>
          </p:cNvSpPr>
          <p:nvPr>
            <p:ph type="title"/>
          </p:nvPr>
        </p:nvSpPr>
        <p:spPr/>
        <p:txBody>
          <a:bodyPr/>
          <a:lstStyle/>
          <a:p>
            <a:r>
              <a:rPr lang="en-US" dirty="0"/>
              <a:t>Get Involved</a:t>
            </a:r>
          </a:p>
        </p:txBody>
      </p:sp>
      <p:sp>
        <p:nvSpPr>
          <p:cNvPr id="3" name="Content Placeholder 2">
            <a:extLst>
              <a:ext uri="{FF2B5EF4-FFF2-40B4-BE49-F238E27FC236}">
                <a16:creationId xmlns:a16="http://schemas.microsoft.com/office/drawing/2014/main" id="{4AA109BD-43FD-0538-A8F1-47A3F3C38561}"/>
              </a:ext>
            </a:extLst>
          </p:cNvPr>
          <p:cNvSpPr>
            <a:spLocks noGrp="1"/>
          </p:cNvSpPr>
          <p:nvPr>
            <p:ph idx="1"/>
          </p:nvPr>
        </p:nvSpPr>
        <p:spPr/>
        <p:txBody>
          <a:bodyPr/>
          <a:lstStyle/>
          <a:p>
            <a:pPr marL="118872" indent="0" algn="just">
              <a:buNone/>
            </a:pPr>
            <a:r>
              <a:rPr lang="en-US" dirty="0"/>
              <a:t>Whether you are a pastor, media volunteer, or curious learner, you are welcome to contribute, test, or use </a:t>
            </a:r>
            <a:r>
              <a:rPr lang="en-US" dirty="0" err="1"/>
              <a:t>SermonPress</a:t>
            </a:r>
            <a:r>
              <a:rPr lang="en-US" dirty="0"/>
              <a:t> AI in your own ministry.</a:t>
            </a:r>
          </a:p>
        </p:txBody>
      </p:sp>
      <p:sp>
        <p:nvSpPr>
          <p:cNvPr id="4" name="Slide Number Placeholder 3">
            <a:extLst>
              <a:ext uri="{FF2B5EF4-FFF2-40B4-BE49-F238E27FC236}">
                <a16:creationId xmlns:a16="http://schemas.microsoft.com/office/drawing/2014/main" id="{4D2585FB-D136-9354-18F1-9A7D0F87DD9A}"/>
              </a:ext>
            </a:extLst>
          </p:cNvPr>
          <p:cNvSpPr>
            <a:spLocks noGrp="1"/>
          </p:cNvSpPr>
          <p:nvPr>
            <p:ph type="sldNum" sz="quarter" idx="12"/>
          </p:nvPr>
        </p:nvSpPr>
        <p:spPr/>
        <p:txBody>
          <a:bodyPr/>
          <a:lstStyle/>
          <a:p>
            <a:fld id="{3C580042-F2B8-4B54-8245-85F6C9692D31}" type="slidenum">
              <a:rPr lang="en-US" smtClean="0"/>
              <a:pPr/>
              <a:t>16</a:t>
            </a:fld>
            <a:endParaRPr lang="en-US"/>
          </a:p>
        </p:txBody>
      </p:sp>
      <p:pic>
        <p:nvPicPr>
          <p:cNvPr id="6" name="Picture 5">
            <a:extLst>
              <a:ext uri="{FF2B5EF4-FFF2-40B4-BE49-F238E27FC236}">
                <a16:creationId xmlns:a16="http://schemas.microsoft.com/office/drawing/2014/main" id="{5520C275-0AAD-BAA5-871B-5995C56C96A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3249638"/>
            <a:ext cx="10972800" cy="3151163"/>
          </a:xfrm>
          <a:prstGeom prst="rect">
            <a:avLst/>
          </a:prstGeom>
        </p:spPr>
      </p:pic>
    </p:spTree>
    <p:extLst>
      <p:ext uri="{BB962C8B-B14F-4D97-AF65-F5344CB8AC3E}">
        <p14:creationId xmlns:p14="http://schemas.microsoft.com/office/powerpoint/2010/main" val="16806311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12FF1-BB5E-393A-9D71-1566075CCD69}"/>
              </a:ext>
            </a:extLst>
          </p:cNvPr>
          <p:cNvSpPr>
            <a:spLocks noGrp="1"/>
          </p:cNvSpPr>
          <p:nvPr>
            <p:ph type="title"/>
          </p:nvPr>
        </p:nvSpPr>
        <p:spPr/>
        <p:txBody>
          <a:bodyPr/>
          <a:lstStyle/>
          <a:p>
            <a:r>
              <a:rPr lang="en-US" dirty="0"/>
              <a:t>Questions?</a:t>
            </a:r>
          </a:p>
        </p:txBody>
      </p:sp>
      <p:sp>
        <p:nvSpPr>
          <p:cNvPr id="3" name="Content Placeholder 2">
            <a:extLst>
              <a:ext uri="{FF2B5EF4-FFF2-40B4-BE49-F238E27FC236}">
                <a16:creationId xmlns:a16="http://schemas.microsoft.com/office/drawing/2014/main" id="{A9425E9C-1247-C7A0-20B3-34748FFDFF85}"/>
              </a:ext>
            </a:extLst>
          </p:cNvPr>
          <p:cNvSpPr>
            <a:spLocks noGrp="1"/>
          </p:cNvSpPr>
          <p:nvPr>
            <p:ph idx="1"/>
          </p:nvPr>
        </p:nvSpPr>
        <p:spPr/>
        <p:txBody>
          <a:bodyPr/>
          <a:lstStyle/>
          <a:p>
            <a:pPr marL="118872" indent="0">
              <a:buNone/>
            </a:pPr>
            <a:r>
              <a:rPr lang="en-US" dirty="0" err="1"/>
              <a:t>SermonPress</a:t>
            </a:r>
            <a:r>
              <a:rPr lang="en-US" dirty="0"/>
              <a:t> AI</a:t>
            </a:r>
          </a:p>
          <a:p>
            <a:r>
              <a:rPr lang="en-US" dirty="0"/>
              <a:t>Website: </a:t>
            </a:r>
            <a:r>
              <a:rPr lang="en-US" dirty="0">
                <a:hlinkClick r:id="rId2"/>
              </a:rPr>
              <a:t>https://sermonpress.ai</a:t>
            </a:r>
            <a:endParaRPr lang="en-US" dirty="0"/>
          </a:p>
          <a:p>
            <a:r>
              <a:rPr lang="en-US" dirty="0" err="1"/>
              <a:t>Github</a:t>
            </a:r>
            <a:r>
              <a:rPr lang="en-US" dirty="0"/>
              <a:t> Repository: </a:t>
            </a:r>
            <a:r>
              <a:rPr lang="en-US" dirty="0">
                <a:hlinkClick r:id="rId3"/>
              </a:rPr>
              <a:t>https://</a:t>
            </a:r>
            <a:r>
              <a:rPr lang="en-US" dirty="0" err="1">
                <a:hlinkClick r:id="rId3"/>
              </a:rPr>
              <a:t>github.com</a:t>
            </a:r>
            <a:r>
              <a:rPr lang="en-US" dirty="0">
                <a:hlinkClick r:id="rId3"/>
              </a:rPr>
              <a:t>/</a:t>
            </a:r>
            <a:r>
              <a:rPr lang="en-US" dirty="0" err="1">
                <a:hlinkClick r:id="rId3"/>
              </a:rPr>
              <a:t>SermonPress</a:t>
            </a:r>
            <a:r>
              <a:rPr lang="en-US" dirty="0">
                <a:hlinkClick r:id="rId3"/>
              </a:rPr>
              <a:t>-AI</a:t>
            </a:r>
            <a:endParaRPr lang="en-US" dirty="0"/>
          </a:p>
        </p:txBody>
      </p:sp>
      <p:sp>
        <p:nvSpPr>
          <p:cNvPr id="4" name="Slide Number Placeholder 3">
            <a:extLst>
              <a:ext uri="{FF2B5EF4-FFF2-40B4-BE49-F238E27FC236}">
                <a16:creationId xmlns:a16="http://schemas.microsoft.com/office/drawing/2014/main" id="{91D20BAF-88EF-EB03-10A6-AACC3BFF48D8}"/>
              </a:ext>
            </a:extLst>
          </p:cNvPr>
          <p:cNvSpPr>
            <a:spLocks noGrp="1"/>
          </p:cNvSpPr>
          <p:nvPr>
            <p:ph type="sldNum" sz="quarter" idx="12"/>
          </p:nvPr>
        </p:nvSpPr>
        <p:spPr/>
        <p:txBody>
          <a:bodyPr/>
          <a:lstStyle/>
          <a:p>
            <a:fld id="{3C580042-F2B8-4B54-8245-85F6C9692D31}" type="slidenum">
              <a:rPr lang="en-US" smtClean="0"/>
              <a:pPr/>
              <a:t>17</a:t>
            </a:fld>
            <a:endParaRPr lang="en-US"/>
          </a:p>
        </p:txBody>
      </p:sp>
    </p:spTree>
    <p:extLst>
      <p:ext uri="{BB962C8B-B14F-4D97-AF65-F5344CB8AC3E}">
        <p14:creationId xmlns:p14="http://schemas.microsoft.com/office/powerpoint/2010/main" val="3296293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4A6B4-E5CA-4A38-B34F-074724B1235A}"/>
              </a:ext>
            </a:extLst>
          </p:cNvPr>
          <p:cNvSpPr>
            <a:spLocks noGrp="1"/>
          </p:cNvSpPr>
          <p:nvPr>
            <p:ph type="title"/>
          </p:nvPr>
        </p:nvSpPr>
        <p:spPr/>
        <p:txBody>
          <a:bodyPr/>
          <a:lstStyle/>
          <a:p>
            <a:r>
              <a:rPr lang="en-US" dirty="0"/>
              <a:t>Backup Slides</a:t>
            </a:r>
          </a:p>
        </p:txBody>
      </p:sp>
      <p:sp>
        <p:nvSpPr>
          <p:cNvPr id="3" name="Content Placeholder 2">
            <a:extLst>
              <a:ext uri="{FF2B5EF4-FFF2-40B4-BE49-F238E27FC236}">
                <a16:creationId xmlns:a16="http://schemas.microsoft.com/office/drawing/2014/main" id="{E35DDA0E-F861-FE73-BFA0-E50A38A8A466}"/>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B64A902E-4C70-7D51-6EAC-F6D005B1C387}"/>
              </a:ext>
            </a:extLst>
          </p:cNvPr>
          <p:cNvSpPr>
            <a:spLocks noGrp="1"/>
          </p:cNvSpPr>
          <p:nvPr>
            <p:ph type="sldNum" sz="quarter" idx="12"/>
          </p:nvPr>
        </p:nvSpPr>
        <p:spPr/>
        <p:txBody>
          <a:bodyPr/>
          <a:lstStyle/>
          <a:p>
            <a:fld id="{3C580042-F2B8-4B54-8245-85F6C9692D31}" type="slidenum">
              <a:rPr lang="en-US" smtClean="0"/>
              <a:pPr/>
              <a:t>18</a:t>
            </a:fld>
            <a:endParaRPr lang="en-US"/>
          </a:p>
        </p:txBody>
      </p:sp>
    </p:spTree>
    <p:extLst>
      <p:ext uri="{BB962C8B-B14F-4D97-AF65-F5344CB8AC3E}">
        <p14:creationId xmlns:p14="http://schemas.microsoft.com/office/powerpoint/2010/main" val="14512436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09BBDC-A5FE-FBAE-6CB5-D3379851B5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663358-B376-0574-9B2C-0CD2B97C6C9E}"/>
              </a:ext>
            </a:extLst>
          </p:cNvPr>
          <p:cNvSpPr>
            <a:spLocks noGrp="1"/>
          </p:cNvSpPr>
          <p:nvPr>
            <p:ph type="title"/>
          </p:nvPr>
        </p:nvSpPr>
        <p:spPr/>
        <p:txBody>
          <a:bodyPr/>
          <a:lstStyle/>
          <a:p>
            <a:r>
              <a:rPr lang="en-US" dirty="0"/>
              <a:t>n8n AI Workflow Example</a:t>
            </a:r>
          </a:p>
        </p:txBody>
      </p:sp>
      <p:sp>
        <p:nvSpPr>
          <p:cNvPr id="3" name="Content Placeholder 2">
            <a:extLst>
              <a:ext uri="{FF2B5EF4-FFF2-40B4-BE49-F238E27FC236}">
                <a16:creationId xmlns:a16="http://schemas.microsoft.com/office/drawing/2014/main" id="{3BD49B45-4027-5F35-6F06-156238BFD0C8}"/>
              </a:ext>
            </a:extLst>
          </p:cNvPr>
          <p:cNvSpPr>
            <a:spLocks noGrp="1"/>
          </p:cNvSpPr>
          <p:nvPr>
            <p:ph idx="1"/>
          </p:nvPr>
        </p:nvSpPr>
        <p:spPr/>
        <p:txBody>
          <a:bodyPr/>
          <a:lstStyle/>
          <a:p>
            <a:pPr marL="118872" indent="0" algn="ctr">
              <a:buNone/>
            </a:pPr>
            <a:r>
              <a:rPr lang="en-US" dirty="0"/>
              <a:t>WordPress to Social Media (Facebook)</a:t>
            </a:r>
          </a:p>
        </p:txBody>
      </p:sp>
      <p:sp>
        <p:nvSpPr>
          <p:cNvPr id="4" name="Slide Number Placeholder 3">
            <a:extLst>
              <a:ext uri="{FF2B5EF4-FFF2-40B4-BE49-F238E27FC236}">
                <a16:creationId xmlns:a16="http://schemas.microsoft.com/office/drawing/2014/main" id="{DBA30A48-E23A-8973-A390-2D4AEA74B1AB}"/>
              </a:ext>
            </a:extLst>
          </p:cNvPr>
          <p:cNvSpPr>
            <a:spLocks noGrp="1"/>
          </p:cNvSpPr>
          <p:nvPr>
            <p:ph type="sldNum" sz="quarter" idx="12"/>
          </p:nvPr>
        </p:nvSpPr>
        <p:spPr/>
        <p:txBody>
          <a:bodyPr/>
          <a:lstStyle/>
          <a:p>
            <a:fld id="{3C580042-F2B8-4B54-8245-85F6C9692D31}" type="slidenum">
              <a:rPr lang="en-US" smtClean="0"/>
              <a:pPr/>
              <a:t>19</a:t>
            </a:fld>
            <a:endParaRPr lang="en-US"/>
          </a:p>
        </p:txBody>
      </p:sp>
      <p:sp>
        <p:nvSpPr>
          <p:cNvPr id="5" name="TextBox 4">
            <a:extLst>
              <a:ext uri="{FF2B5EF4-FFF2-40B4-BE49-F238E27FC236}">
                <a16:creationId xmlns:a16="http://schemas.microsoft.com/office/drawing/2014/main" id="{24EB14A6-960F-4A40-BFE8-176FF69F77E1}"/>
              </a:ext>
            </a:extLst>
          </p:cNvPr>
          <p:cNvSpPr txBox="1"/>
          <p:nvPr/>
        </p:nvSpPr>
        <p:spPr>
          <a:xfrm>
            <a:off x="0" y="2116566"/>
            <a:ext cx="12192000" cy="4093428"/>
          </a:xfrm>
          <a:prstGeom prst="rect">
            <a:avLst/>
          </a:prstGeom>
          <a:noFill/>
        </p:spPr>
        <p:txBody>
          <a:bodyPr wrap="square" rtlCol="0">
            <a:spAutoFit/>
          </a:bodyPr>
          <a:lstStyle/>
          <a:p>
            <a:pPr marL="285750" indent="-285750">
              <a:buFont typeface="Arial" panose="020B0604020202020204" pitchFamily="34" charset="0"/>
              <a:buChar char="•"/>
            </a:pPr>
            <a:r>
              <a:rPr lang="en-US" sz="2000" dirty="0"/>
              <a:t>Automatically generate and post sermon announcements to social media</a:t>
            </a:r>
          </a:p>
          <a:p>
            <a:pPr marL="285750" indent="-285750">
              <a:buFont typeface="Arial" panose="020B0604020202020204" pitchFamily="34" charset="0"/>
              <a:buChar char="•"/>
            </a:pPr>
            <a:r>
              <a:rPr lang="en-US" sz="2000" dirty="0"/>
              <a:t>When a church uploads its latest sermon:</a:t>
            </a:r>
          </a:p>
          <a:p>
            <a:pPr marL="742950" lvl="1" indent="-285750">
              <a:buFont typeface="Arial" panose="020B0604020202020204" pitchFamily="34" charset="0"/>
              <a:buChar char="•"/>
            </a:pPr>
            <a:r>
              <a:rPr lang="en-US" sz="2000" dirty="0"/>
              <a:t>Pull the sermon’s title, passage, description, and link</a:t>
            </a:r>
          </a:p>
          <a:p>
            <a:pPr marL="742950" lvl="1" indent="-285750">
              <a:buFont typeface="Arial" panose="020B0604020202020204" pitchFamily="34" charset="0"/>
              <a:buChar char="•"/>
            </a:pPr>
            <a:r>
              <a:rPr lang="en-US" sz="2000" dirty="0"/>
              <a:t>Format them into multiple ready-to-use post options for platforms like Facebook</a:t>
            </a:r>
          </a:p>
          <a:p>
            <a:pPr marL="742950" lvl="1" indent="-285750">
              <a:buFont typeface="Arial" panose="020B0604020202020204" pitchFamily="34" charset="0"/>
              <a:buChar char="•"/>
            </a:pPr>
            <a:r>
              <a:rPr lang="en-US" sz="2000" dirty="0"/>
              <a:t>Each post is biblically grounded, engaging, and written to encourage viewers to watch the full sermon</a:t>
            </a:r>
          </a:p>
          <a:p>
            <a:endParaRPr lang="en-US" sz="2000" dirty="0"/>
          </a:p>
          <a:p>
            <a:r>
              <a:rPr lang="en-US" sz="2000" u="sng" dirty="0"/>
              <a:t>Features</a:t>
            </a:r>
          </a:p>
          <a:p>
            <a:pPr marL="342900" indent="-342900">
              <a:buFont typeface="Arial" panose="020B0604020202020204" pitchFamily="34" charset="0"/>
              <a:buChar char="•"/>
            </a:pPr>
            <a:r>
              <a:rPr lang="en-US" sz="2000" dirty="0"/>
              <a:t>Automatic post generation: creates multiple post variations when a new sermon is uploaded</a:t>
            </a:r>
          </a:p>
          <a:p>
            <a:pPr marL="342900" indent="-342900">
              <a:buFont typeface="Arial" panose="020B0604020202020204" pitchFamily="34" charset="0"/>
              <a:buChar char="•"/>
            </a:pPr>
            <a:r>
              <a:rPr lang="en-US" sz="2000" dirty="0"/>
              <a:t>Biblically rooted content: pulls from the sermon’s text and theme to produce Christ-centered summaries</a:t>
            </a:r>
          </a:p>
          <a:p>
            <a:pPr marL="342900" indent="-342900">
              <a:buFont typeface="Arial" panose="020B0604020202020204" pitchFamily="34" charset="0"/>
              <a:buChar char="•"/>
            </a:pPr>
            <a:r>
              <a:rPr lang="en-US" sz="2000" dirty="0"/>
              <a:t>Custom formatting: includes clickable links to the full sermon and can embed Scripture references</a:t>
            </a:r>
          </a:p>
          <a:p>
            <a:pPr marL="342900" indent="-342900">
              <a:buFont typeface="Arial" panose="020B0604020202020204" pitchFamily="34" charset="0"/>
              <a:buChar char="•"/>
            </a:pPr>
            <a:r>
              <a:rPr lang="en-US" sz="2000" dirty="0"/>
              <a:t>Multi-platform ready: posts can be sent to Facebook automatically, with options to add Instagram, Twitter/X, etc.</a:t>
            </a:r>
          </a:p>
          <a:p>
            <a:pPr marL="342900" indent="-342900">
              <a:buFont typeface="Arial" panose="020B0604020202020204" pitchFamily="34" charset="0"/>
              <a:buChar char="•"/>
            </a:pPr>
            <a:r>
              <a:rPr lang="en-US" sz="2000" dirty="0"/>
              <a:t>Workflow modularity: churches can adapt templates, tone, and formatting to fit their congregation’s style</a:t>
            </a:r>
          </a:p>
          <a:p>
            <a:pPr marL="342900" indent="-342900">
              <a:buFont typeface="Arial" panose="020B0604020202020204" pitchFamily="34" charset="0"/>
              <a:buChar char="•"/>
            </a:pPr>
            <a:r>
              <a:rPr lang="en-US" sz="2000" dirty="0"/>
              <a:t>No manual copy/paste: automates repetitive posting tasks while maintaining quality and theological accuracy</a:t>
            </a:r>
          </a:p>
        </p:txBody>
      </p:sp>
    </p:spTree>
    <p:extLst>
      <p:ext uri="{BB962C8B-B14F-4D97-AF65-F5344CB8AC3E}">
        <p14:creationId xmlns:p14="http://schemas.microsoft.com/office/powerpoint/2010/main" val="3733886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9" end="9"/>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10" end="1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11" end="1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odule">
  <a:themeElements>
    <a:clrScheme name="Gold 1">
      <a:dk1>
        <a:srgbClr val="000000"/>
      </a:dk1>
      <a:lt1>
        <a:srgbClr val="FFFFFF"/>
      </a:lt1>
      <a:dk2>
        <a:srgbClr val="5A6378"/>
      </a:dk2>
      <a:lt2>
        <a:srgbClr val="D4D4D6"/>
      </a:lt2>
      <a:accent1>
        <a:srgbClr val="F0AD00"/>
      </a:accent1>
      <a:accent2>
        <a:srgbClr val="F0AC02"/>
      </a:accent2>
      <a:accent3>
        <a:srgbClr val="F0AC02"/>
      </a:accent3>
      <a:accent4>
        <a:srgbClr val="F0AC02"/>
      </a:accent4>
      <a:accent5>
        <a:srgbClr val="F0AC02"/>
      </a:accent5>
      <a:accent6>
        <a:srgbClr val="F0AD02"/>
      </a:accent6>
      <a:hlink>
        <a:srgbClr val="0432FF"/>
      </a:hlink>
      <a:folHlink>
        <a:srgbClr val="68000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Modul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7500"/>
                <a:satMod val="137000"/>
              </a:schemeClr>
            </a:gs>
            <a:gs pos="55000">
              <a:schemeClr val="phClr">
                <a:shade val="69000"/>
                <a:satMod val="137000"/>
              </a:schemeClr>
            </a:gs>
            <a:gs pos="100000">
              <a:schemeClr val="phClr">
                <a:shade val="98000"/>
                <a:satMod val="137000"/>
              </a:schemeClr>
            </a:gs>
          </a:gsLst>
          <a:lin ang="16200000" scaled="0"/>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48000"/>
                <a:satMod val="300000"/>
              </a:schemeClr>
            </a:gs>
            <a:gs pos="12000">
              <a:schemeClr val="phClr">
                <a:tint val="48000"/>
                <a:satMod val="300000"/>
              </a:schemeClr>
            </a:gs>
            <a:gs pos="20000">
              <a:schemeClr val="phClr">
                <a:tint val="49000"/>
                <a:satMod val="300000"/>
              </a:schemeClr>
            </a:gs>
            <a:gs pos="100000">
              <a:schemeClr val="phClr">
                <a:shade val="30000"/>
              </a:schemeClr>
            </a:gs>
          </a:gsLst>
          <a:path path="circle">
            <a:fillToRect l="10000" t="-25000" r="10000" b="125000"/>
          </a:path>
        </a:gradFill>
        <a:blipFill>
          <a:blip xmlns:r="http://schemas.openxmlformats.org/officeDocument/2006/relationships" r:embed="rId1">
            <a:duotone>
              <a:schemeClr val="phClr">
                <a:shade val="75000"/>
                <a:satMod val="105000"/>
              </a:schemeClr>
              <a:schemeClr val="phClr">
                <a:tint val="95000"/>
                <a:satMod val="105000"/>
              </a:schemeClr>
            </a:duotone>
          </a:blip>
          <a:tile tx="0" ty="0" sx="38000" sy="38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9ed2e758-8128-49fb-a190-dde31d5e5d79" xsi:nil="true"/>
    <lcf76f155ced4ddcb4097134ff3c332f xmlns="7b1bf94c-b467-426a-9bc0-387f474eddb3">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A259F574209EE4AA665EC1075908F9B" ma:contentTypeVersion="18" ma:contentTypeDescription="Create a new document." ma:contentTypeScope="" ma:versionID="cae251eb1c46931ca416f5805c692516">
  <xsd:schema xmlns:xsd="http://www.w3.org/2001/XMLSchema" xmlns:xs="http://www.w3.org/2001/XMLSchema" xmlns:p="http://schemas.microsoft.com/office/2006/metadata/properties" xmlns:ns2="9ed2e758-8128-49fb-a190-dde31d5e5d79" xmlns:ns3="7b1bf94c-b467-426a-9bc0-387f474eddb3" targetNamespace="http://schemas.microsoft.com/office/2006/metadata/properties" ma:root="true" ma:fieldsID="04a1593ae0b0634bc582dbbb7ec94fae" ns2:_="" ns3:_="">
    <xsd:import namespace="9ed2e758-8128-49fb-a190-dde31d5e5d79"/>
    <xsd:import namespace="7b1bf94c-b467-426a-9bc0-387f474eddb3"/>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GenerationTime" minOccurs="0"/>
                <xsd:element ref="ns3:MediaServiceEventHashCode" minOccurs="0"/>
                <xsd:element ref="ns3:MediaServiceAutoKeyPoints" minOccurs="0"/>
                <xsd:element ref="ns3:MediaServiceKeyPoints" minOccurs="0"/>
                <xsd:element ref="ns3:MediaServiceOCR" minOccurs="0"/>
                <xsd:element ref="ns3:MediaServiceDateTaken" minOccurs="0"/>
                <xsd:element ref="ns3:MediaServiceLocation" minOccurs="0"/>
                <xsd:element ref="ns3:MediaLengthInSeconds" minOccurs="0"/>
                <xsd:element ref="ns3:lcf76f155ced4ddcb4097134ff3c332f" minOccurs="0"/>
                <xsd:element ref="ns2:TaxCatchAll"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ed2e758-8128-49fb-a190-dde31d5e5d79"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73801184-95d9-4b4b-96ae-dc769bb767df}" ma:internalName="TaxCatchAll" ma:showField="CatchAllData" ma:web="9ed2e758-8128-49fb-a190-dde31d5e5d79">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7b1bf94c-b467-426a-9bc0-387f474eddb3"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DateTaken" ma:index="17" nillable="true" ma:displayName="MediaServiceDateTaken" ma:hidden="true" ma:internalName="MediaServiceDateTaken"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fde5ea02-56a5-4119-b96b-75b91a9c0a8e"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FF514C8-F9AB-4897-9FA2-4D1C27C0F81D}">
  <ds:schemaRefs>
    <ds:schemaRef ds:uri="http://purl.org/dc/terms/"/>
    <ds:schemaRef ds:uri="http://schemas.openxmlformats.org/package/2006/metadata/core-properties"/>
    <ds:schemaRef ds:uri="http://purl.org/dc/elements/1.1/"/>
    <ds:schemaRef ds:uri="http://www.w3.org/XML/1998/namespace"/>
    <ds:schemaRef ds:uri="http://schemas.microsoft.com/office/2006/documentManagement/types"/>
    <ds:schemaRef ds:uri="7b1bf94c-b467-426a-9bc0-387f474eddb3"/>
    <ds:schemaRef ds:uri="http://schemas.microsoft.com/office/2006/metadata/properties"/>
    <ds:schemaRef ds:uri="http://schemas.microsoft.com/office/infopath/2007/PartnerControls"/>
    <ds:schemaRef ds:uri="9ed2e758-8128-49fb-a190-dde31d5e5d79"/>
    <ds:schemaRef ds:uri="http://purl.org/dc/dcmitype/"/>
  </ds:schemaRefs>
</ds:datastoreItem>
</file>

<file path=customXml/itemProps2.xml><?xml version="1.0" encoding="utf-8"?>
<ds:datastoreItem xmlns:ds="http://schemas.openxmlformats.org/officeDocument/2006/customXml" ds:itemID="{CBFE8EA2-27D9-41DE-9510-BCECF215BCEB}">
  <ds:schemaRefs>
    <ds:schemaRef ds:uri="7b1bf94c-b467-426a-9bc0-387f474eddb3"/>
    <ds:schemaRef ds:uri="9ed2e758-8128-49fb-a190-dde31d5e5d7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BCE8D6F3-3480-4FEE-978C-AE4AD63C404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Module</Template>
  <TotalTime>51323</TotalTime>
  <Words>2245</Words>
  <Application>Microsoft Macintosh PowerPoint</Application>
  <PresentationFormat>Widescreen</PresentationFormat>
  <Paragraphs>209</Paragraphs>
  <Slides>19</Slides>
  <Notes>12</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Calibri</vt:lpstr>
      <vt:lpstr>Wingdings</vt:lpstr>
      <vt:lpstr>Wingdings 2</vt:lpstr>
      <vt:lpstr>Wingdings 3</vt:lpstr>
      <vt:lpstr>Module</vt:lpstr>
      <vt:lpstr>SermonPress AI: Empowering Churches with Innovative AI Solutions</vt:lpstr>
      <vt:lpstr>Need and Motivation</vt:lpstr>
      <vt:lpstr>Mission</vt:lpstr>
      <vt:lpstr>Increasing Search Engine Visibility</vt:lpstr>
      <vt:lpstr>Increasing Search Engine Visibility</vt:lpstr>
      <vt:lpstr>Increasing Search Engine Visibility</vt:lpstr>
      <vt:lpstr>What We Do</vt:lpstr>
      <vt:lpstr>Built for the Church Community</vt:lpstr>
      <vt:lpstr>n8n Workflows</vt:lpstr>
      <vt:lpstr>n8n AI Workflow Example</vt:lpstr>
      <vt:lpstr>n8n AI Workflow Example</vt:lpstr>
      <vt:lpstr>n8n AI Workflow Example</vt:lpstr>
      <vt:lpstr>PowerPoint Presentation</vt:lpstr>
      <vt:lpstr>Long-Term Vision</vt:lpstr>
      <vt:lpstr>Long-Term Vision</vt:lpstr>
      <vt:lpstr>Get Involved</vt:lpstr>
      <vt:lpstr>Questions?</vt:lpstr>
      <vt:lpstr>Backup Slides</vt:lpstr>
      <vt:lpstr>n8n AI Workflow Example</vt:lpstr>
    </vt:vector>
  </TitlesOfParts>
  <Company>Dordt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Civil Engineering</dc:title>
  <dc:creator>Compserv</dc:creator>
  <cp:lastModifiedBy>Paul Griffioen</cp:lastModifiedBy>
  <cp:revision>2686</cp:revision>
  <dcterms:created xsi:type="dcterms:W3CDTF">2008-10-15T17:59:37Z</dcterms:created>
  <dcterms:modified xsi:type="dcterms:W3CDTF">2026-10-09T13:02:57Z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0x0101007A259F574209EE4AA665EC1075908F9B</vt:lpwstr>
  </property>
  <property fmtid="{D5CDD505-2E9C-101B-9397-08002B2CF9AE}" pid="3" name="MediaServiceImageTags">
    <vt:lpwstr/>
  </property>
</Properties>
</file>